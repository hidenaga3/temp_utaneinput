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65" r:id="rId7"/>
  </p:sldIdLst>
  <p:sldSz cx="684053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660"/>
  </p:normalViewPr>
  <p:slideViewPr>
    <p:cSldViewPr snapToGrid="0">
      <p:cViewPr varScale="1">
        <p:scale>
          <a:sx n="49" d="100"/>
          <a:sy n="49" d="100"/>
        </p:scale>
        <p:origin x="310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4:42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24575,'-2'111'0,"4"117"0,-2-225 0,1-1 0,-1 0 0,1 0 0,-1 1 0,1-1 0,0 0 0,0 0 0,0 0 0,0 0 0,0 0 0,0 0 0,1 0 0,-1 0 0,1-1 0,-1 1 0,1 0 0,0-1 0,2 3 0,3 0 0,0 0 0,0 0 0,16 5 0,6 4 0,89 40 0,-52-25 0,-39-15 0,0 2 0,-1 0 0,0 2 0,26 22 0,-51-38 0,0 0 0,0-1 0,-1 1 0,1 0 0,0-1 0,0 1 0,-1 0 0,1 0 0,0-1 0,-1 1 0,1 0 0,-1 0 0,1 0 0,-1 0 0,0 0 0,1 0 0,-1 0 0,0 0 0,1 0 0,-1 0 0,0 0 0,0 0 0,0 0 0,0 0 0,0 1 0,-1-1 0,0 1 0,1-1 0,-1 0 0,0 0 0,0 0 0,0 0 0,0 0 0,0 0 0,0 0 0,0 0 0,0 0 0,0 0 0,0 0 0,-1-1 0,1 1 0,-2 0 0,-8 4 0,-2-1 0,1-1 0,-17 4 0,16-5 0,-60 11 0,57-12 0,1 1 0,-1 1 0,1 0 0,0 2 0,0-1 0,-24 12 0,24-7-273,-1-2 0,0 1 0,0-2 0,-30 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4:4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57 24461,'451'-56'0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4:51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972 485 24474,'0'19'0,"-1"0"0,-1 0 0,-1 0 0,0 0 0,-1 0 0,-1-1 0,-1 0 0,0 0 0,-1 0 0,-1 0 0,0-1 0,-1-1 0,-1 1 0,0-1 0,-1 0 0,0-1 0,-1 0 0,-1-1 0,0-1 0,-1 1 0,0-2 0,-1 0 0,0 0 0,-1-1 0,0-1 0,0 0 0,-1-1 0,0-1 0,-1 0 0,0-1 0,0-1 0,0-1 0,0 0 0,-1-1 0,0 0 0,0-2 0,1 0 0,-2-1 0,1 0 0,0-2 0,0 0 0,0-1 0,0 0 0,1-2 0,-1 0 0,1-1 0,-1 0 0,1-1 0,1-1 0,-1-1 0,1 0 0,0-1 0,1-1 0,0 0 0,0-1 0,1-1 0,0 0 0,1 0 0,0-2 0,1 1 0,0-1 0,1-1 0,1 0 0,0-1 0,0 0 0,2-1 0,0 1 0,0-1 0,2-1 0,0 0 0,1 0 0,0 0 0,1 0 0,1-1 0,1 0 0,0 0 0,1 0 0,1 0 0,1 0 0,0 0 0,1 0 0,1 0 0,1 0 0,0 1 0,1-1 0,1 1 0,1-1 0,0 1 0,1 1 0,0-1 0,2 1 0,0 0 0,0 1 0,2 0 0,0 0 0,0 1 0,1 0 0,1 1 0,0 0 0,1 1 0,0 0 0,1 1 0,0 1 0,1 0 0,0 1 0,0 0 0,1 1 0,0 1 0,1 0 0,-1 1 0,1 1 0,1 0 0,-1 2 0,1 0 0,-1 0 0,1 2 0,0 0 0,0 1 0,0 0 0,0 2 0,1 0 0,-2 1 0,1 0 0,0 2 0,0 0 0,-1 0 0,0 2 0,0 0 0,0 1 0,0 1 0,-1 0 0,0 1 0,-1 1 0,0 0 0,0 1 0,-1 0 0,0 1 0,-1 1 0,0 0 0,-1 1 0,0 0 0,-1 1 0,-1 0 0,0 1 0,-1 0 0,0 0 0,-1 1 0,-1 0 0,0 1 0,-1-1 0,-1 1 0,0 1 0,-1-1 0,-1 1 0,-1-1 0,0 1 0,-1 0 0,-1 0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4:55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765 834 24575,'0'1'0,"-1"0"0,1 0 0,-1 0 0,0 0 0,0 1 0,0-2 0,1 1 0,-1 0 0,0 0 0,0 0 0,0 0 0,-1 0 0,1-1 0,0 1 0,0-1 0,0 1 0,0-1 0,-1 1 0,1-1 0,-3 1 0,-27 7 0,-58 11 0,56-11 0,-1-1 0,0-1 0,-49 0 0,10-5 0,-78-3 0,148 2 0,-1-1 0,0 0 0,1 0 0,0 0 0,-1 0 0,1 0 0,0-1 0,-1 0 0,1 1 0,0-1 0,0 0 0,0-1 0,1 1 0,-4-3 0,-30-43 0,3 6 0,25 31 0,0 0 0,0 0 0,1-1 0,1 0 0,-8-20 0,0 2 0,10 20 0,0-1 0,1 1 0,1-1 0,0 0 0,-1-21 0,-2-5 0,2 4 0,1 0 0,3-48 0,0 21 0,0 53 0,0 0 0,0 1 0,1 0 0,0-1 0,0 1 0,0 0 0,0 0 0,1 0 0,0 0 0,1 0 0,3-5 0,18-37 0,-22 42 0,1 0 0,-1-1 0,1 1 0,0 1 0,1-1 0,-1 1 0,1-1 0,10-6 0,17-23 0,-27 29 0,1 1 0,0-1 0,0 1 0,0 0 0,1 1 0,0-1 0,0 1 0,0 0 0,0 1 0,0 0 0,11-3 0,16-4 0,39-7 0,-66 16 0,58-9 0,85-3 0,-32 5 0,89 4 0,-123 5 0,-79-1 0,-1 0 0,1 0 0,-1 0 0,1 1 0,-1 0 0,1 0 0,-1 0 0,1 0 0,-1 1 0,1 0 0,-1-1 0,0 2 0,0-1 0,0 0 0,0 1 0,-1 0 0,1 0 0,-1 0 0,1 0 0,-1 0 0,0 1 0,0-1 0,-1 1 0,1 0 0,-1 0 0,3 6 0,8 12 0,1 1 0,19 43 0,-23-39 0,7 35 0,-9-32 0,-2 3 0,-1 0 0,-2 0 0,-2 0 0,-3 56 0,0-10 0,2-74 0,-1 0 0,1 0 0,-1 0 0,0 0 0,0 0 0,0-1 0,-1 1 0,0 0 0,0-1 0,0 1 0,0-1 0,-1 1 0,0-1 0,0 0 0,0 0 0,0-1 0,-1 1 0,1 0 0,-1-1 0,0 0 0,0 0 0,0 0 0,0-1 0,-1 1 0,-4 1 0,-34 8 0,37-11 0,0 0 0,0 0 0,0 1 0,1-1 0,-1 2 0,0-1 0,1 0 0,-1 1 0,1 0 0,0 1 0,-8 5 0,5-2 0,-1-2 0,-1 1 0,1-1 0,0-1 0,-1 0 0,-15 4 0,21-6 0,-40 11 0,23-7 0,-33 14 0,49-18-195,0 0 0,0-1 0,-1 0 0,1 0 0,0 0 0,-10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4:58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792 848 24575,'-64'0'0,"2"2"0,-1-4 0,-113-16 0,161 15 0,-3 0 0,0-1 0,0 0 0,0-1 0,1-1 0,0-1 0,-26-14 0,25 9 0,0-1 0,1-1 0,-28-28 0,29 26 0,5 6 0,0 0 0,1-1 0,0 0 0,1-1 0,0 0 0,1 0 0,-11-24 0,1-1 0,14 28 0,-1 1 0,2-1 0,-1 1 0,1-1 0,1 0 0,-1 0 0,1 0 0,0-11 0,-5-38 0,-1-12 0,7 1 0,3-73 0,-1 139 0,-1 1 0,1 0 0,0-1 0,0 1 0,0 0 0,0 0 0,0 0 0,1 0 0,-1 0 0,1 0 0,-1 0 0,1 1 0,0-1 0,-1 0 0,1 1 0,0 0 0,0-1 0,0 1 0,0 0 0,1 0 0,-1 0 0,0 0 0,3-1 0,9-3 0,1 1 0,23-4 0,-18 4 0,15-4 0,-1 3 0,1 0 0,60 1 0,46-10 0,-125 13 0,0 2 0,0 0 0,0 1 0,-1 0 0,1 2 0,0 0 0,-1 0 0,22 10 0,12 3 0,-38-14 0,0 0 0,-1 1 0,1 0 0,14 8 0,-16-5 0,0 0 0,0 1 0,0 0 0,-1 0 0,0 1 0,-1 0 0,12 18 0,21 25 0,-29-40 0,1 0 0,-1 1 0,-1 0 0,-1 1 0,0 0 0,0 0 0,11 29 0,-1 1 0,-15-35 0,1 1 0,-1 0 0,-1-1 0,0 1 0,0 1 0,-1-1 0,1 13 0,4 46 0,0 18 0,-7 54-1365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5:01.8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499 1201 24575,'0'-2'0,"-1"0"0,1 0 0,0 0 0,-1 0 0,0 0 0,0 1 0,1-1 0,-1 0 0,0 1 0,0-1 0,0 0 0,-1 1 0,1-1 0,0 1 0,-1 0 0,1-1 0,-1 1 0,1 0 0,-1 0 0,-2-2 0,-44-20 0,21 10 0,-9-1 0,31 12 0,1 1 0,-1 0 0,1-1 0,0 0 0,-1 0 0,1 0 0,0-1 0,0 1 0,1-1 0,-1 0 0,0 0 0,-3-5 0,3 4 0,1 0 0,-1 1 0,0-1 0,0 1 0,-8-5 0,-15-15 0,10 5 0,14 16 0,0-1 0,0 0 0,0 0 0,1 0 0,-1 0 0,1 0 0,0 0 0,0-1 0,0 1 0,-3-8 0,0 0 0,0 0 0,-1 0 0,-1 1 0,1 0 0,-2 0 0,-11-12 0,2 1 0,-35-57 0,19 25 0,29 44 0,-1-1 0,1 0 0,1-1 0,0 1 0,0-1 0,1 1 0,0-1 0,1 0 0,0-14 0,-5-29 0,3 33 0,0-1 0,1 0 0,1 1 0,1-1 0,1 0 0,1 0 0,1 0 0,10-40 0,-7 52 0,-1 1 0,2-1 0,-1 1 0,1 0 0,1 1 0,0-1 0,0 1 0,0 1 0,17-12 0,13-13 0,-19 14 0,1 1 0,0 1 0,1 1 0,1 1 0,0 0 0,1 2 0,1 1 0,-1 1 0,2 1 0,25-7 0,-4 3 0,-23 5 0,1 1 0,0 1 0,0 2 0,0 0 0,37-1 0,-49 6 0,1 1 0,-1 0 0,0 0 0,-1 1 0,1 1 0,0 0 0,-1 1 0,0 0 0,0 0 0,0 1 0,-1 1 0,18 14 0,-7-4 0,-2 2 0,0 0 0,-1 1 0,23 32 0,-6-6 0,-26-35 0,-1 0 0,0 1 0,-1 0 0,0 0 0,-1 1 0,0 0 0,-1 0 0,0 1 0,-1 0 0,-1-1 0,0 1 0,-1 0 0,0 0 0,-1 1 0,-1 18 0,1 62 0,-3 65 0,0-151 0,0 0 0,0 0 0,-1-1 0,-1 1 0,1 0 0,-1-1 0,-5 8 0,-14 32 0,17-32 0,-2 0 0,0-1 0,-1 0 0,-1 0 0,0-1 0,-18 19 0,22-28 0,0-1 0,0 1 0,-1-2 0,0 1 0,1-1 0,-1 0 0,-1 0 0,1-1 0,-12 3 0,-21 8 0,23-7 0,0-1 0,-1-1 0,0 0 0,0-2 0,0 0 0,-35-1 0,38 0 0,1-1 0,0-1 0,-1 0 0,1-1 0,0 0 0,0-1 0,0-1 0,0 0 0,-23-12 0,15 8-1365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5:11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298 695 24575,'-10'-11'0,"3"4"0,0-1 0,-1 1 0,0 1 0,-17-11 0,13 8 0,1 0 0,0 0 0,0-1 0,1 0 0,0-1 0,-9-13 0,-30-30 0,40 45 0,0-1 0,0 0 0,1 0 0,1-1 0,-1 0 0,2 0 0,0-1 0,0 0 0,1 0 0,0 0 0,1-1 0,1 1 0,-3-16 0,1-14 0,1 0 0,5-74 0,0 45 0,-1 69 0,-1 0 0,1 0 0,0-1 0,0 1 0,1 0 0,-1 0 0,0 0 0,1 0 0,-1 0 0,1 0 0,0 0 0,0 0 0,-1 0 0,1 0 0,1 0 0,-1 0 0,0 0 0,0 0 0,1 1 0,-1-1 0,1 1 0,-1-1 0,1 1 0,0 0 0,2-2 0,1 1 0,1 0 0,-1 1 0,1 0 0,-1 0 0,1 0 0,0 1 0,-1 0 0,11 0 0,46 1 0,67 5 0,-110-4 0,0 1 0,-1 1 0,0 1 0,34 13 0,-39-13 0,-1 1 0,1 0 0,-2 1 0,1 0 0,-1 1 0,18 15 0,-7 1 0,-1 0 0,0 2 0,31 52 0,-2-2 0,-32-49 0,-2 1 0,21 51 0,-15-24 0,17 71 0,-37-119 0,-1 1 0,1-1 0,-1 1 0,-1-1 0,1 1 0,-1 0 0,-2 14 0,2-19 0,-1 0 0,0 0 0,1 0 0,-1-1 0,-1 1 0,1 0 0,0 0 0,-1 0 0,1-1 0,-1 1 0,0-1 0,0 1 0,0-1 0,0 0 0,0 0 0,0 0 0,-1 0 0,1 0 0,-1 0 0,1-1 0,-1 1 0,-3 0 0,-26 12 0,15-5 0,0-2 0,0 0 0,-1-1 0,0-1 0,0-1 0,0 0 0,0-2 0,-22 2 0,10-4 0,18 1 0,0-1 0,0 0 0,0 0 0,0-1 0,0-1 0,0 0 0,0-1 0,1 0 0,-1-1 0,-12-5 0,-53-39 60,48 29-773,-53-26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5:13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764 922 24575,'-1'2'0,"1"-1"0,0 1 0,-1 0 0,1-1 0,-1 1 0,0-1 0,1 1 0,-1-1 0,0 1 0,0-1 0,0 0 0,0 1 0,0-1 0,0 0 0,-1 0 0,1 0 0,0 0 0,-1 0 0,1 0 0,-3 1 0,0 0 0,1 0 0,-1 0 0,0 0 0,0-1 0,-1 1 0,-6 0 0,-32 2 0,-85-5 0,46-1 0,74 1 0,1 0 0,-1 0 0,1 0 0,-1-1 0,1 0 0,-12-6 0,-18-4 0,30 9 0,-1 1 0,1-2 0,-1 1 0,1-1 0,1 0 0,-1 0 0,0 0 0,1-1 0,0-1 0,0 1 0,0-1 0,1 1 0,0-2 0,0 1 0,-5-9 0,-7-14 0,2 0 0,-18-45 0,4 7 0,0 10 0,-32-93 0,50 114 0,0 4 0,1 0 0,1 0 0,2 0 0,1-1 0,-2-59 0,8 86 0,0 0 0,0 1 0,1-1 0,0 0 0,0 1 0,0-1 0,1 0 0,0 1 0,3-8 0,-3 10 0,1-1 0,0 1 0,-1 0 0,1 0 0,1 0 0,-1 0 0,0 0 0,1 1 0,-1-1 0,1 1 0,0 0 0,-1 0 0,7-2 0,-2 1 0,20-9 0,0 1 0,43-10 0,-41 17 0,0 2 0,0 0 0,0 3 0,33 3 0,-55-2 0,-1 0 0,0 0 0,0 0 0,0 1 0,0 0 0,0 1 0,12 7 0,41 35 0,-40-27 0,0 0 0,-1 0 0,22 33 0,-27-34 0,1-1 0,32 28 0,12 13 0,-44-41 0,-9-12 0,-1 0 0,-1 1 0,1 0 0,-1 0 0,4 7 0,8 18 0,-1-1 0,-2 2 0,-2 0 0,0 0 0,-2 1 0,-2 1 0,-1-1 0,3 65 0,6 43 0,-15-132-170,-1-1-1,1 1 0,-1-1 1,-1 1-1,0-1 0,0 0 1,-7 16-1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7:44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571 346 24575,'-70'2'0,"37"0"0,0-2 0,1-1 0,-56-8 0,75 5 0,0 0 0,0-1 0,0-1 0,1 0 0,0 0 0,-15-11 0,-65-54 0,81 63 0,1-2 0,0 0 0,0-1 0,1 0 0,1-1 0,0 0 0,0 0 0,1 0 0,1-1 0,-8-21 0,-4-41-1365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7:45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24575,'0'-1'0,"0"0"0,1 0 0,-1 0 0,0 0 0,1 0 0,-1 1 0,1-1 0,0 0 0,-1 0 0,1 1 0,0-1 0,-1 0 0,1 1 0,0-1 0,0 1 0,-1-1 0,1 1 0,0-1 0,0 1 0,2-1 0,22-9 0,-17 8 0,9-6 0,0 1 0,1 1 0,0 0 0,0 2 0,1 0 0,-1 1 0,29-1 0,-36 4 0,0 1 0,0 0 0,0 0 0,0 1 0,0 0 0,0 1 0,0 0 0,-1 1 0,0 0 0,0 1 0,0 0 0,0 0 0,-1 1 0,1 0 0,-2 1 0,14 12 0,-9-8 0,0-1 0,1 0 0,0-1 0,20 9 0,8 6 0,-39-22 0,35 22 0,68 54 0,-68-54 0,-34-22 0,1 0 0,-1 1 0,0-1 0,0 1 0,0 0 0,0 0 0,0 0 0,-1 1 0,0-1 0,1 1 0,-1 0 0,3 5 0,1 8 0,0 0 0,-1 0 0,-2 1 0,1 0 0,-2 0 0,2 26 0,-4-35 0,1 6 0,-1 0 0,-2 27 0,1-39 0,0 1 0,-1 0 0,0 0 0,0 0 0,0-1 0,0 1 0,0-1 0,-1 1 0,0-1 0,0 1 0,0-1 0,0 0 0,0 0 0,-1 0 0,-5 5 0,-15 16 0,20-20 0,1-1 0,-1 0 0,0 0 0,0-1 0,0 1 0,0 0 0,0-1 0,-1 0 0,1 0 0,-1 0 0,1 0 0,-1-1 0,-7 3 0,-22 2 0,-1-1 0,1-1 0,-1-2 0,-36-2 0,37 0-1365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7:46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24575,'0'306'-1365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7:48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767 717 24575,'-22'1'0,"-36"7"0,36-5 0,-36 3 0,56-6 0,-22 0 0,-45-5 0,60 4 0,0-1 0,1-1 0,-1 1 0,0-2 0,1 1 0,0-1 0,0 0 0,-11-7 0,-1-2 0,-1 2 0,-34-14 0,38 18 0,0 0 0,1-1 0,0-1 0,0 0 0,-24-20 0,-108-91 0,142 114 0,1 0 0,0 0 0,0 0 0,0-1 0,1 1 0,0-1 0,0 0 0,1-1 0,0 1 0,0-1 0,1 1 0,0-1 0,0 0 0,-1-12 0,1-5 0,1-1 0,1 0 0,5-30 0,-4 52 0,-1-1 0,2 1 0,-1-1 0,0 1 0,1 0 0,0-1 0,0 1 0,0 0 0,1 0 0,-1 0 0,1 1 0,0-1 0,0 1 0,0-1 0,1 1 0,-1 0 0,7-4 0,6-4 0,2 1 0,33-16 0,-13 8 0,-22 11 0,1 0 0,-1 1 0,2 1 0,19-3 0,28-10 0,-39 13 0,0 0 0,0 1 0,0 2 0,1 0 0,-1 2 0,30 4 0,19-2 0,-39-3 0,-12 1 0,0 0 0,47 7 0,-63-6 0,0 2 0,0-1 0,0 1 0,-1 0 0,1 0 0,-1 1 0,0 0 0,0 0 0,0 1 0,0 0 0,-1 0 0,10 10 0,0-1 0,-13-11 0,0-1 0,0 0 0,-1 1 0,1 0 0,-1-1 0,0 1 0,1 0 0,1 5 0,54 105 0,-30-59 0,-22-44 0,0 1 0,0 0 0,-1 0 0,-1 1 0,5 17 0,10 71 0,-7-32-1365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7:50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289 716 24575,'0'-3'0,"-1"0"0,0 0 0,0-1 0,0 1 0,-1 0 0,1 0 0,-1 0 0,1 0 0,-1 0 0,0 1 0,0-1 0,-3-2 0,-12-22 0,12 17 0,0 1 0,-1 0 0,0 0 0,-10-12 0,9 13 0,1 0 0,0 0 0,0-1 0,-8-17 0,11 19 0,-1 1 0,1 0 0,-1-1 0,-1 1 0,-8-9 0,9 11 0,0-1 0,0 0 0,0 0 0,1 0 0,-1 0 0,1-1 0,0 1 0,-3-10 0,2 3 0,0 0 0,-1 0 0,-1 1 0,0 0 0,0 0 0,-10-13 0,9 14 0,2 1 0,0 0 0,1 0 0,1 0 0,0 0 0,-3-11 0,-6-19 0,9 32 0,0 0 0,1 0 0,0 0 0,1-1 0,-1 1 0,1 0 0,1-1 0,-1 1 0,1-1 0,1-9 0,0 13 0,0 1 0,0-1 0,0 1 0,0 0 0,0 0 0,1-1 0,-1 1 0,1 0 0,0 0 0,0 0 0,0 1 0,0-1 0,1 0 0,-1 1 0,1 0 0,0-1 0,-1 1 0,1 0 0,0 0 0,0 1 0,0-1 0,0 1 0,6-3 0,106-32 0,-81 28 0,0 1 0,0 2 0,0 2 0,45 0 0,-30 1 0,-18 0 0,0 2 0,0 1 0,35 5 0,-52-3 0,1 1 0,-2 0 0,1 1 0,0 0 0,-1 1 0,0 0 0,0 1 0,-1 1 0,0 0 0,0 1 0,-1 0 0,0 0 0,-1 2 0,13 14 0,-7-6 0,-11-14 0,0 0 0,0 0 0,-1 1 0,0 0 0,-1 0 0,5 7 0,-4-5 0,0 0 0,1-1 0,0 1 0,7 7 0,-7-9 0,0 0 0,0 1 0,-1-1 0,0 1 0,0 0 0,3 9 0,4 15 0,-5-16 0,-1 0 0,0 0 0,-1 0 0,3 32 0,-7-42 0,0-1 0,0 1 0,0-1 0,-1 1 0,0-1 0,0 0 0,0 1 0,0-1 0,-1 0 0,0 0 0,0 1 0,0-1 0,0-1 0,0 1 0,-1 0 0,0-1 0,0 1 0,0-1 0,0 0 0,0 0 0,-1 0 0,-4 3 0,-87 48 0,85-49 0,0-1 0,0-1 0,0 1 0,0-2 0,-13 3 0,-34 10 0,29-3-120,13-5-18,0-1 0,1 0-1,-2-1 1,1-1-1,-1 0 1,1-1 0,-1-1-1,-17 1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7:51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816 951 24575,'-18'-1'0,"0"-1"0,0-1 0,0-1 0,-32-11 0,30 9 0,0 0 0,-1 1 0,-26-3 0,10 5 0,-1-2 0,1-2 0,0-1 0,1-2 0,0-1 0,1-2 0,-51-27 0,62 28 0,1-2 0,0-1 0,2 0 0,-1-2 0,-32-34 0,46 43 0,0-2 0,1 1 0,0-1 0,1 0 0,0-1 0,0 0 0,1 1 0,0-2 0,1 1 0,1 0 0,0-1 0,0 0 0,1 0 0,1 0 0,-1-14 0,2 10 0,0 0 0,2 0 0,-1-1 0,5-15 0,-4 26 0,0 1 0,-1-1 0,2 1 0,-1 0 0,1 0 0,-1 0 0,2 0 0,-1 0 0,0 0 0,1 1 0,0 0 0,0 0 0,0 0 0,9-7 0,20-14 0,-26 18 0,0 2 0,0-1 0,1 1 0,-1 0 0,1 1 0,16-7 0,21-4 0,87-34 0,-31 0 0,-93 45 0,14-7 0,0 0 0,1 2 0,0 0 0,1 2 0,46-9 0,-54 13 0,-1 0 0,1-2 0,23-9 0,-22 8 0,0 0 0,29-6 0,-10 6 0,-19 2 0,0 0 0,-1 2 0,1 0 0,0 1 0,1 1 0,-1 0 0,28 5 0,-40-4 0,0 1 0,0 1 0,0-1 0,0 1 0,-1-1 0,1 1 0,-1 1 0,1-1 0,-1 1 0,0-1 0,5 8 0,38 54 0,-15-18 0,-6-11 0,-1 0 0,-3 2 0,25 56 0,-31-65 0,-10-18 0,0 1 0,-1-1 0,8 24 0,11 26 0,-19-52 0,-1 0 0,0 1 0,-1-1 0,0 1 0,0 0 0,-1 0 0,2 15 0,-3 1 0,-3 43 0,1-62 0,0 1 0,-1 0 0,1-1 0,-2 1 0,1-1 0,-1 1 0,0-1 0,0 0 0,-1 0 0,-5 7 0,4-9 0,0 0 0,-1 1 0,0-2 0,0 1 0,-11 6 0,-10 8 0,3 1 0,6-4 0,-1 0 0,-1-2 0,0 0 0,-36 18 0,27-16 0,24-13 0,0 0 0,-1 0 0,1-1 0,-1 1 0,1-1 0,-1 0 0,0-1 0,1 1 0,-12 0 0,1-1-1365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7:55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700 1241 24575,'-2'-3'0,"1"1"0,-1 0 0,0-1 0,-1 1 0,1 0 0,0 0 0,-1 0 0,1 0 0,-1 1 0,1-1 0,-1 1 0,0-1 0,0 1 0,-3-1 0,-4-3 0,-112-59 0,58 33 0,35 17 0,-43-27 0,61 33 0,-19-12 0,-41-37 0,14 9 0,33 29 0,2 0 0,0-2 0,-28-35 0,38 38 0,1-1 0,0-1 0,2 1 0,-11-33 0,16 32 0,0 0 0,1 0 0,1-1 0,1 0 0,1 1 0,3-30 0,0-15 0,-3 60 0,1 0 0,-1 0 0,1 0 0,0 0 0,1 1 0,-1-1 0,1 0 0,0 1 0,0-1 0,0 1 0,5-7 0,39-44 0,-15 20 0,-16 16 0,0 0 0,1 2 0,1 0 0,1 1 0,0 0 0,1 1 0,1 2 0,0 0 0,1 1 0,34-15 0,-4 10 0,-15 5 0,0-1 0,37-21 0,-61 29 0,-1 0 0,1 1 0,0 0 0,0 0 0,0 2 0,0-1 0,1 2 0,14-1 0,13 1 0,49 6 0,-84-4 0,1 1 0,-1-1 0,1 1 0,-1 0 0,0 0 0,0 0 0,1 1 0,-2 0 0,1 0 0,0 0 0,4 4 0,51 50 0,-26-23 0,-16-15 0,0 0 0,-1 2 0,-2 0 0,0 1 0,-1 0 0,18 40 0,-20-41 0,27 36 0,-28-43 0,-1 0 0,0 1 0,-1 0 0,13 31 0,1 15 0,-14-41 0,-1 0 0,0 1 0,-2 0 0,-1 0 0,0 0 0,-1 1 0,0 27 0,-4-37 0,0 5 0,0-1 0,-2 1 0,-4 26 0,4-38 0,1 0 0,-1 1 0,0-1 0,-1 0 0,1 0 0,-1 0 0,0-1 0,0 1 0,-1-1 0,1 1 0,-1-1 0,0 0 0,0 0 0,-8 5 0,-20 11 0,-1-2 0,-1-2 0,-62 22 0,17-7 0,-81 20 0,143-46 19,1-1 0,-1 0 0,0-1-1,0-1 1,0-1 0,-29 0 0,22-1-518,0 1 0,-34 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8:05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562 951 24575,'-21'1'0,"0"-1"0,0-1 0,0-1 0,0-1 0,0-1 0,1-1 0,-21-7 0,27 6 0,0 0 0,1-1 0,0-1 0,0 0 0,-15-12 0,-6-3 0,-12-10 0,33 21 0,0 0 0,2-1 0,-13-17 0,15 19 0,0 1 0,0 0 0,-15-13 0,15 16 0,1-1 0,0 0 0,0 0 0,1-1 0,-11-16 0,13 15 0,1 1 0,0-2 0,0 1 0,1 0 0,0-1 0,1 1 0,-1-20 0,1-5 0,4-38 0,0 11 0,-2 51 0,1 0 0,1 0 0,0 0 0,0 0 0,1 0 0,0 0 0,1 1 0,1-1 0,-1 1 0,8-10 0,-1 2 0,1 1 0,1 0 0,0 1 0,24-22 0,73-53 0,-99 86 0,0 0 0,0 1 0,0 0 0,1 1 0,0 0 0,0 1 0,-1 0 0,1 1 0,23 0 0,-2 0 0,-1 0 0,51 5 0,-74-3 0,0 0 0,0 1 0,0 0 0,0 1 0,-1 0 0,1 0 0,-1 1 0,0 0 0,0 1 0,10 6 0,76 49 0,-33-14 0,-27-21 0,36 33 0,-60-48 0,0 1 0,-1 0 0,0 0 0,-1 0 0,0 1 0,-1 0 0,8 19 0,2 3 0,-12-26 0,-1 0 0,0 1 0,-1-1 0,4 12 0,-1 11 0,-1 1 0,-2-1 0,0 60 0,-3-53 0,1-16 0,-2-1 0,0 1 0,-5 26 0,4-41 0,0 1 0,0-1 0,0 0 0,-1 0 0,-1 0 0,1 0 0,-1-1 0,0 1 0,-1-1 0,1 0 0,-1 0 0,0-1 0,-7 6 0,-3 1 0,-1-1 0,-31 18 0,9-7 0,8-10 0,27-11 0,1-1 0,-1 1 0,0 0 0,0 0 0,0 1 0,1-1 0,-1 0 0,1 1 0,-1 0 0,1-1 0,-1 1 0,1 0 0,0 0 0,-4 5 0,3-3-68,0-1 0,0 1-1,0-1 1,-1 1 0,1-1 0,-1 0-1,0 0 1,0-1 0,0 1 0,0-1-1,0 0 1,-1 0 0,1 0 0,-1-1-1,1 0 1,-1 1 0,0-2-1,0 1 1,-5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48:13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430 948 24575,'-26'0'0,"1"0"0,0-2 0,0-1 0,1-1 0,-1-1 0,-46-17 0,57 14 0,0-1 0,0 0 0,1-1 0,0-1 0,0 0 0,1-1 0,1 0 0,0 0 0,-10-17 0,13 15 0,0 0 0,1-1 0,-8-21 0,-3-9 0,14 32 0,0 0 0,1-1 0,1 1 0,0-1 0,1 1 0,0-1 0,1 1 0,4-25 0,-3-9 0,1 35 0,-1 0 0,1-1 0,1 1 0,0 1 0,6-16 0,5-22 0,-8 27 0,1 0 0,1 0 0,1 1 0,20-36 0,-24 50 0,1 0 0,0 0 0,0 1 0,0-1 0,11-7 0,-4 4 0,4-3 0,1 0 0,1 2 0,32-16 0,12-7 0,-53 29 0,0-1 0,0 2 0,1-1 0,0 2 0,0-1 0,14-2 0,-19 5 0,1 0 0,-1 0 0,1 1 0,-1 0 0,1 0 0,-1 0 0,1 1 0,-1 0 0,1 0 0,-1 1 0,1 0 0,6 3 0,8 5 0,0 2 0,-1 1 0,20 17 0,15 7 0,-41-29 0,0 1 0,-1 1 0,0 0 0,-1 0 0,13 15 0,-6 0 0,-1 1 0,-2 1 0,0 0 0,14 37 0,-21-46 0,2 5 0,-6-14 0,0 0 0,-1 0 0,0 1 0,-1 0 0,1-1 0,-2 1 0,0 0 0,0 0 0,0 15 0,-1-5 0,0-10 0,-1 1 0,0-1 0,0 1 0,-1-1 0,0 0 0,-1 0 0,0 1 0,-1-1 0,0 0 0,-8 17 0,-2 0 0,10-20 0,-1 0 0,1 0 0,-1-1 0,-1 1 0,-6 7 0,-9 10 0,15-18 0,0 1 0,0-1 0,-1 0 0,-9 7 0,3-4 0,-1 0 0,0 0 0,-1-2 0,0 1 0,0-2 0,-1 0 0,-24 7 0,-31 12 0,19-5 0,30-16 0,0 0 0,-1-2 0,1 0 0,-1-1 0,1-1 0,-22-3 0,-22 0 0,-36 3-1365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9:41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326 0 24575,'1'9'0,"-1"0"0,-1 0 0,0 0 0,0 0 0,0 0 0,-1 0 0,-1-1 0,1 1 0,-1-1 0,-1 0 0,0 1 0,0-1 0,-9 12 0,5-5 0,0 0 0,-8 19 0,13-23 0,-2-1 0,1 0 0,-1 0 0,-1-1 0,0 1 0,0-1 0,-12 12 0,15-17 0,-1 0 0,1 0 0,0 0 0,1 0 0,-1 0 0,1 1 0,0-1 0,0 1 0,0 0 0,0 0 0,1-1 0,-1 8 0,-1 8 0,0 38 0,-1 8 0,0-30 0,0 0 0,3 1 0,5 65 0,-2-92 0,0 0 0,0 0 0,1 0 0,0-1 0,0 1 0,8 12 0,34 54 0,-30-53 0,-11-17 0,0-1 0,0 1 0,0-1 0,1 0 0,0-1 0,0 1 0,0-1 0,0 0 0,1 0 0,0 0 0,0-1 0,0 0 0,0 0 0,9 2 0,-12-5 0,-1 0 0,1 0 0,-1-1 0,1 1 0,0-1 0,-1 0 0,0 0 0,1 0 0,-1 0 0,1 0 0,-1 0 0,0-1 0,0 1 0,2-3 0,32-27 0,-29 25 0,37-43 0,-33 36 0,0 1 0,24-22 0,-22 23 0,-1-1 0,0-1 0,13-18 0,20-20 0,-43 49 0,0 0 0,0 0 0,0 0 0,-1-1 0,1 1 0,-1-1 0,1 0 0,-1 1 0,0-1 0,0 0 0,0 0 0,0 0 0,0 0 0,-1 0 0,1 0 0,-1 0 0,0-4 0,0 2 0,-1-1 0,0 1 0,0 0 0,0-1 0,-1 1 0,1 0 0,-2 0 0,1 0 0,-3-6 0,0 3 0,-1 0 0,1 0 0,-1 1 0,-1-1 0,1 1 0,-1 0 0,0 1 0,-1 0 0,0 0 0,-14-8 0,-18-10 0,35 20 0,0 0 0,0 1 0,0 0 0,-1 0 0,0 0 0,1 1 0,-1-1 0,0 1 0,0 1 0,0-1 0,-1 1 0,-9-1 0,-12 2 0,0 1 0,0 1 0,0 1 0,-44 12 0,49-10 0,0-2 0,-45 3 0,-1-1 0,26-1-1365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00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510 825 24575,'-1'-1'0,"1"0"0,-1-1 0,1 1 0,-1-1 0,1 1 0,-1-1 0,0 1 0,1 0 0,-1 0 0,0-1 0,0 1 0,0 0 0,0 0 0,0 0 0,0 0 0,-1 0 0,1 0 0,0 0 0,0 0 0,-2 0 0,-33-17 0,26 14 0,-14-7 0,0 2 0,-50-13 0,61 18 0,1-1 0,-1-1 0,1-1 0,0 1 0,1-2 0,0 0 0,0 0 0,-18-18 0,14 12 0,-1 1 0,-33-21 0,41 30 0,0-1 0,1 0 0,-1 0 0,1-1 0,0 0 0,0 0 0,0-1 0,1 0 0,-6-8 0,9 9 0,-1 0 0,1 0 0,0 0 0,1-1 0,-1 1 0,1-1 0,1 0 0,-1 0 0,1 1 0,0-1 0,1 0 0,0-10 0,-1-6 0,0 1 0,-8-40 0,8 56 0,0 1 0,0-1 0,0 0 0,0 0 0,1 0 0,0 0 0,1-1 0,-1 1 0,1 0 0,0 1 0,1-1 0,-1 0 0,1 0 0,0 0 0,1 1 0,-1-1 0,1 1 0,0 0 0,0 0 0,1 0 0,0 0 0,0 1 0,0-1 0,0 1 0,1 0 0,-1 0 0,10-6 0,50-33 0,-28 18 0,2 0 0,58-27 0,-74 41 0,-18 9 0,0 0 0,0 0 0,0 0 0,0 0 0,0 1 0,0 0 0,1-1 0,-1 2 0,0-1 0,1 0 0,-1 1 0,0 0 0,1 0 0,-1 0 0,0 0 0,1 1 0,-1 0 0,5 1 0,5 3 0,-1 2 0,0-1 0,0 2 0,0 0 0,-1 0 0,0 1 0,-1 0 0,17 19 0,-9-10 0,32 23 0,-45-37 0,-1 0 0,0 1 0,0-1 0,7 11 0,-8-11 0,0 1 0,0-1 0,0 1 0,0-1 0,1 0 0,8 5 0,-8-6 0,0 1 0,0 0 0,0 0 0,-1 0 0,1 1 0,-1 0 0,0 0 0,-1 0 0,1 0 0,4 10 0,24 61 0,-31-72 0,5 20 0,-1 0 0,-1 0 0,-1 1 0,-1-1 0,-1 1 0,-4 37 0,2-4 0,1-54-72,0 0 1,0 0-1,0-1 0,-1 1 0,0 0 0,1 0 0,-1 0 0,-1 0 1,1-1-1,0 1 0,-1-1 0,0 1 0,0-1 0,0 1 0,0-1 1,-1 0-1,1 0 0,-4 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01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258 716 24575,'-3'-1'0,"0"1"0,0-1 0,0 0 0,-1 0 0,1 0 0,0-1 0,0 1 0,1-1 0,-1 1 0,0-1 0,-4-3 0,-31-29 0,27 23 0,-7-6 0,2-1 0,0-1 0,-15-24 0,14 7 0,15 30 0,0 0 0,0 1 0,-1-1 0,0 1 0,-6-9 0,3 6 0,1 0 0,-1-1 0,2 0 0,-1 0 0,1 0 0,1 0 0,0-1 0,0 0 0,1 1 0,-2-14 0,2 1 0,0-1 0,2 1 0,3-35 0,-1 49 0,1-1 0,0 1 0,0 0 0,1 0 0,0 0 0,0 0 0,1 1 0,11-14 0,4-9 0,-3 4 0,1 2 0,25-28 0,-40 49 0,-1 1 0,2 0 0,-1 0 0,0 0 0,0 0 0,1 0 0,-1 0 0,1 1 0,-1 0 0,1 0 0,-1 0 0,1 0 0,0 0 0,7 1 0,61 1 0,-38 1 0,11-3 0,-32-1 0,0 2 0,0-1 0,0 2 0,0 0 0,0 0 0,0 1 0,14 5 0,-19-4 0,-1 2 0,1-1 0,-1 1 0,0 1 0,0-1 0,0 1 0,-1 0 0,1 0 0,-2 1 0,9 11 0,6 12 0,20 38 0,-31-52 0,8 15 0,-8-17 0,0 0 0,-2 1 0,1 1 0,-2-1 0,0 1 0,5 26 0,-3 3 0,-2-1 0,-3 1 0,-1 0 0,-4 47 0,1-89 0,1 0 0,0 0 0,-1 0 0,0-1 0,0 1 0,1 0 0,-2-1 0,1 1 0,0-1 0,0 1 0,-1-1 0,0 1 0,1-1 0,-1 0 0,0 0 0,0 0 0,0 0 0,0 0 0,0 0 0,-1-1 0,1 1 0,-1-1 0,-2 2 0,-5 1 0,-1-1 0,1 1 0,-1-2 0,-19 3 0,-1 0 0,-56 17 0,52-12 0,1-2 0,-2-1 0,-37 2 0,55-7 0,0 1 0,0 1 0,-32 11 0,2-1 0,15-6-1365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03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158 429 24575,'-6'-1'0,"1"0"0,0-1 0,0 1 0,0-1 0,0-1 0,0 1 0,0-1 0,1 0 0,-1 0 0,1 0 0,-8-7 0,-7-5 0,14 11 0,1 0 0,-1-1 0,1 1 0,1-1 0,-1 0 0,0 0 0,1 0 0,0 0 0,0-1 0,1 1 0,-3-7 0,0-3 0,0-1 0,1 1 0,-2-18 0,3 10 0,1 0 0,0 0 0,2 0 0,1 0 0,6-40 0,-7 60 0,1 0 0,0 0 0,0 0 0,1 0 0,-1 0 0,1 1 0,-1-1 0,1 0 0,0 1 0,0-1 0,0 1 0,0-1 0,0 1 0,1 0 0,-1 0 0,1 0 0,-1 0 0,1 1 0,0-1 0,-1 1 0,1-1 0,0 1 0,0 0 0,0 0 0,0 1 0,1-1 0,-1 0 0,0 1 0,0 0 0,0 0 0,0 0 0,1 0 0,-1 0 0,0 1 0,0-1 0,3 2 0,3 0 0,1 0 0,-1 1 0,0 0 0,-1 0 0,1 1 0,0 1 0,-1-1 0,0 1 0,0 1 0,14 11 0,4 9 0,-11-13 0,-1 1 0,-1 0 0,0 1 0,-1 0 0,0 1 0,-2 0 0,10 18 0,-6-2 0,22 34 0,-26-49 0,-2 1 0,11 29 0,13 26 0,-29-65 0,1 0 0,-1 0 0,-1 0 0,0 0 0,0 1 0,0-1 0,-1 1 0,-1 0 0,1-1 0,-1 1 0,-1-1 0,0 1 0,0 0 0,-3 12 0,3-20 0,-1 1 0,1 0 0,0 0 0,0-1 0,-1 1 0,1-1 0,0 1 0,-1-1 0,0 1 0,1-1 0,-1 0 0,0 0 0,0 0 0,1 0 0,-1 0 0,0 0 0,0-1 0,0 1 0,0-1 0,0 1 0,0-1 0,0 0 0,0 1 0,-1-1 0,1 0 0,0 0 0,0-1 0,0 1 0,0 0 0,-3-2 0,0 1 0,-1 0 0,1 0 0,0-1 0,0 0 0,0 0 0,0-1 0,1 1 0,-1-1 0,1 0 0,-9-7 0,1-2 0,5 6 0,1-1 0,-1 0 0,2 0 0,-1 0 0,1-1 0,-8-14 0,10 17-26,1 0 0,-1 1 1,-1-1-1,1 1 0,-1 0 0,-7-8 0,1 2-1158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04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1047 559 24575,'-16'1'0,"1"1"0,-1 1 0,-28 8 0,-18 3 0,-28 1 0,41-7 0,0-1 0,-60 1 0,43-7 0,41 1 0,-1-1 0,0-2 0,0 0 0,-40-9 0,45 3 0,1-1 0,1-1 0,-1-1 0,1-1 0,1 0 0,0-1 0,1-1 0,-19-19 0,16 16 0,-49-49 0,63 59 0,0-1 0,1 0 0,0 0 0,1 0 0,-1 0 0,1-1 0,1 0 0,0 0 0,0 0 0,0 0 0,1-1 0,-1-8 0,-12-31 0,11 36 0,0-1 0,1 1 0,-3-19 0,5 26 0,1 0 0,0 0 0,0 0 0,1 0 0,-1 0 0,1 1 0,0-1 0,1 0 0,-1 1 0,1-1 0,0 1 0,0-1 0,3-4 0,-1 3 0,0 1 0,1 0 0,0-1 0,0 1 0,0 1 0,0-1 0,1 1 0,0 0 0,0 0 0,11-5 0,7-2 0,37-11 0,-58 21 0,31-9 0,-1 1 0,2 2 0,-1 1 0,0 1 0,64 1 0,-78 4 0,0 1 0,24 5 0,-36-5 0,-1 1 0,0 0 0,0 0 0,0 1 0,0 0 0,0 1 0,0-1 0,-1 1 0,7 6 0,11 6 0,-20-14 0,0 1 0,0-1 0,0 1 0,0 0 0,-1 0 0,1 0 0,-1 0 0,0 1 0,0-1 0,0 1 0,0 0 0,3 7 0,3 8 0,1-1 0,16 24 0,-2-6 0,-3-5 0,-15-23 0,0 0 0,-1 0 0,0 0 0,6 16 0,13 36 0,-15-43 0,-2 2 0,0-1 0,-1 1 0,7 36 0,-10-39 30,0 0-1,7 19 0,-6-23-319,0 0-1,-1 1 0,-1 0 1,2 19-1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05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546 606 24575,'-43'1'0,"13"0"0,0-1 0,-31-5 0,52 4 0,1 0 0,0-1 0,0 0 0,1-1 0,-1 0 0,0 0 0,1 0 0,0-1 0,0 0 0,0 0 0,0-1 0,-8-7 0,-63-53 0,53 46 0,-41-40 0,49 41 0,0-1 0,-22-32 0,35 43 0,-1 1 0,1-1 0,1 0 0,-1 0 0,2-1 0,-1 1 0,1-1 0,0 1 0,1-1 0,-1-17 0,1 5 0,0 9 0,1-1 0,1 1 0,2-16 0,-3 25 0,1-1 0,0 1 0,0 0 0,0 0 0,0 0 0,1 0 0,-1 0 0,1 0 0,0 0 0,0 0 0,0 1 0,0-1 0,0 1 0,0-1 0,1 1 0,4-4 0,1 1 0,11-7 0,38-20 0,-49 28 0,0 1 0,1 1 0,-1-1 0,1 1 0,0 1 0,0 0 0,-1 0 0,10 0 0,33-5 0,-43 4 0,0 1 0,0 0 0,0 0 0,15 1 0,-20 0 0,0 1 0,0-1 0,0 1 0,0 0 0,-1 0 0,1 0 0,0 0 0,-1 1 0,1-1 0,-1 1 0,1-1 0,-1 1 0,0 0 0,0 0 0,0 0 0,0 0 0,3 4 0,49 56 0,-37-45 0,-1 2 0,25 37 0,-22-26 0,-10-18 0,-1 1 0,-1 0 0,0 0 0,-1 0 0,-1 1 0,0-1 0,4 18 0,-7-25 0,-1-1 0,1 0 0,0 0 0,0 1 0,5 6 0,-4-8 0,-1 1 0,0-1 0,0 1 0,0-1 0,0 1 0,-1 0 0,0 0 0,1 5 0,0 20 0,-2 40 0,0-58 0,-2 0 0,1-1 0,-1 1 0,-1-1 0,0 0 0,-8 17 0,-2 8 0,12-30 0,-1-1 0,0 1 0,0 0 0,-1 0 0,0-1 0,0 0 0,0 1 0,0-1 0,-5 5 0,-4 4-36,11-11-66,-1-1-1,0 0 1,0 1 0,0-1 0,0 0-1,0 0 1,0 0 0,0 0 0,-1-1 0,1 1-1,-1-1 1,-3 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10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596 614 24575,'0'2'0,"0"0"0,0 0 0,0 0 0,0 0 0,-1 0 0,1 0 0,0 0 0,-1 0 0,0-1 0,1 1 0,-1 0 0,0 0 0,0 0 0,0 0 0,0-1 0,0 1 0,0-1 0,0 1 0,-1-1 0,1 1 0,-1-1 0,1 1 0,-3 1 0,1-2 0,1-1 0,-1 1 0,0 0 0,1-1 0,-1 1 0,1-1 0,-1 0 0,0 0 0,0 0 0,1 0 0,-1 0 0,0 0 0,1-1 0,-1 1 0,1-1 0,-1 0 0,-3-2 0,-8-3 0,1-1 0,1-1 0,-1 0 0,2-1 0,-1 0 0,-10-11 0,-32-24 0,-5-6 0,47 38 0,-1 1 0,0 0 0,-24-16 0,29 22 0,1-1 0,0 0 0,0 0 0,1-1 0,0 0 0,0 0 0,-6-9 0,-3-4 0,-8-7 0,15 19 0,0-1 0,0-1 0,1 0 0,0 0 0,-8-16 0,13 21 0,-1 0 0,0 0 0,-1 0 0,1 0 0,-1 1 0,-5-7 0,5 7 0,0 0 0,0-1 0,0 1 0,1-1 0,0 0 0,-5-10 0,-17-58 0,24 68 0,-1-1 0,1 1 0,1-1 0,-1 0 0,1 1 0,-1-1 0,1 0 0,1 1 0,-1-1 0,1 1 0,2-9 0,-2 12 0,1 1 0,-1-1 0,0 0 0,0 1 0,1-1 0,-1 1 0,1 0 0,-1-1 0,1 1 0,-1 0 0,1 0 0,0 0 0,0 0 0,-1 0 0,1 0 0,0 1 0,0-1 0,0 1 0,0-1 0,0 1 0,0 0 0,3-1 0,53 2 0,-41 1 0,49-1 0,-30-1 0,1 1 0,46 8 0,-38-3 0,-36-6 0,-1 1 0,0 0 0,1 0 0,-1 1 0,0 0 0,0 0 0,0 1 0,13 6 0,2 4 0,-1-1 0,-1 1 0,0 1 0,33 30 0,28 28 0,-77-66 0,0 1 0,0-1 0,0 1 0,-1 0 0,4 9 0,7 9 0,-6-7 0,0 0 0,-1 1 0,-1 0 0,7 28 0,-1-4 0,-10-31-91,0-1 0,-1 0 0,0 1 0,-1-1 0,-1 1 0,0 0 0,0-1 0,-1 1 0,0 0 0,-1-1 0,0 1 0,-1-1 0,-1 0 0,-5 14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12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391 611 24575,'-1'0'0,"1"0"0,-1-1 0,0 1 0,1 0 0,-1 0 0,1 0 0,-1 0 0,0 0 0,1 0 0,-1 0 0,1 1 0,-1-1 0,1 0 0,-1 0 0,0 0 0,1 0 0,-1 1 0,1-1 0,-1 0 0,1 1 0,-1-1 0,1 0 0,-1 1 0,1-1 0,0 1 0,-1-1 0,1 0 0,0 1 0,-1-1 0,1 1 0,0-1 0,-1 1 0,1-1 0,0 1 0,0 0 0,-1-1 0,1 1 0,0-1 0,0 1 0,0-1 0,0 1 0,0 0 0,0-1 0,0 1 0,0-1 0,0 1 0,0 0 0,0-1 0,1 1 0,-1-1 0,0 1 0,0-1 0,0 1 0,1-1 0,-1 1 0,0-1 0,1 1 0,-1-1 0,0 1 0,1-1 0,-1 1 0,1-1 0,-1 0 0,1 1 0,-1-1 0,1 1 0,-9-4 0,1 0 0,-1 0 0,1-1 0,0 0 0,0 0 0,0-1 0,-11-9 0,-23-14 0,-5-6 0,10 6 0,28 23 0,0 0 0,0-1 0,1 0 0,0-1 0,0 0 0,0 0 0,1 0 0,0-1 0,-6-10 0,-22-26 0,27 36 0,0-1 0,0 0 0,1 0 0,0 0 0,-5-13 0,4 8 0,2 1 0,0-1 0,1 0 0,0 0 0,1 0 0,1-1 0,0 1 0,1-1 0,1-24 0,0 36 0,1 1 0,-1-1 0,1 0 0,0 0 0,0 1 0,1-1 0,-1 1 0,0-1 0,1 1 0,-1 0 0,1-1 0,0 1 0,0 0 0,0 0 0,0 0 0,0 1 0,0-1 0,1 0 0,-1 1 0,0-1 0,5-1 0,6-3 0,1 1 0,0 0 0,16-3 0,10-3 0,-16 3 0,0 2 0,48-7 0,-3 1 0,-30 2 0,-1 3 0,1 1 0,0 2 0,1 2 0,53 3 0,-89-1 0,0 1 0,1 0 0,-1 0 0,0 1 0,0-1 0,-1 1 0,1 0 0,0 0 0,0 0 0,-1 0 0,0 1 0,1 0 0,-1-1 0,0 1 0,5 7 0,3 3 0,-1 2 0,13 26 0,11 13 0,28 40 0,-46-69 0,-1 1 0,-1 0 0,-1 1 0,-1 1 0,12 44 0,-21-57 0,0 0 0,0 30 0,5 22 0,-7-61 17,1 0 0,-2 0 1,1 0-1,0 1 0,-1-1 0,-1 9 0,1-13-79,-1 0 0,1 0 0,-1 0 0,1 0 1,-1 0-1,0 0 0,0 0 0,0 0 0,0-1 0,0 1 0,0 0 0,0-1 1,0 1-1,-1-1 0,1 1 0,-1-1 0,1 0 0,-1 1 0,0-1 0,1 0 1,-1 0-1,0 0 0,-2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13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748 732 24575,'0'1'0,"0"0"0,0 0 0,0 1 0,0-1 0,-1 0 0,1 0 0,0 0 0,-1 0 0,1 0 0,-1 1 0,1-1 0,-1 0 0,1 0 0,-1 0 0,0 0 0,1 0 0,-1-1 0,0 1 0,0 0 0,0 0 0,0 0 0,-1 0 0,-1 1 0,0-1 0,0 0 0,0 0 0,0 0 0,0 0 0,0 0 0,0-1 0,-5 1 0,-7-1 0,1 0 0,-27-4 0,38 3 0,-19-2 0,-1 0 0,0-2 0,1-1 0,0-1 0,1 0 0,-32-17 0,0 1 0,42 19 0,0 0 0,0-1 0,1 0 0,0-1 0,0 0 0,-11-9 0,-29-27 0,22 19 0,1-1 0,-31-35 0,50 48 0,0 0 0,1 0 0,-8-19 0,9 17 0,0 2 0,-1-1 0,-14-17 0,16 21 0,0 0 0,1 0 0,0 0 0,0 0 0,0-1 0,1 1 0,-3-18 0,-11-24 0,15 44 0,-1-1 0,1 1 0,0-1 0,1 0 0,0 1 0,0-1 0,0 0 0,1 0 0,0-9 0,1 13 0,-1-1 0,1 0 0,-1 0 0,1 1 0,1-1 0,-1 1 0,0-1 0,1 1 0,-1-1 0,1 1 0,0 0 0,0 0 0,1 0 0,-1 0 0,1 0 0,-1 1 0,1-1 0,3-2 0,9-3 0,0 0 0,0 1 0,1 1 0,0 0 0,0 1 0,0 1 0,19-2 0,35-11 0,-53 12 0,1 0 0,-1 1 0,1 2 0,28-2 0,-39 4 0,1 0 0,-1 0 0,1 1 0,-1 0 0,0 1 0,1-1 0,-1 1 0,0 1 0,0 0 0,-1 0 0,1 0 0,0 0 0,9 8 0,48 38 0,79 69 0,-106-79 0,34 47 0,-62-76 0,13 23 0,0 1 0,-2 1 0,-2 0 0,-1 1 0,-2 1 0,13 48 0,-18-43-50,-3-1 0,-1 1 0,-2 1 0,-1-1 0,-5 53-1,1-28-1013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21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580 883 24575,'-28'0'0,"0"1"0,-38-5 0,56 2 0,0 1 0,0-2 0,1 1 0,-1-1 0,1-1 0,0 0 0,-14-8 0,-51-25 0,-5-16 0,74 48 0,1 1 0,0-1 0,0 0 0,0 0 0,1-1 0,-1 1 0,1-1 0,0 1 0,-4-13 0,4 9 0,-1 0 0,0 1 0,-9-12 0,7 10 0,0 1 0,1-1 0,0 0 0,-6-17 0,-15-30 0,-31-40 0,52 85 0,-1 0 0,2 0 0,-1 0 0,2-1 0,0 1 0,0-1 0,1 0 0,1 0 0,0 0 0,0 0 0,2 0 0,-1 0 0,2 0 0,3-14 0,-1 19 0,0 0 0,0 0 0,1 0 0,0 1 0,1-1 0,0 1 0,0 1 0,0-1 0,1 1 0,0 0 0,11-7 0,-3 5 0,0 1 0,0 0 0,31-9 0,-43 15 0,256-64 0,-186 49 0,-36 10 0,1 2 0,0 1 0,59 4 0,-34 0 0,-59-1 0,0 0 0,0 1 0,1-1 0,-1 1 0,0 0 0,0 0 0,0 0 0,0 0 0,0 1 0,0 0 0,0 0 0,0 0 0,0 0 0,-1 0 0,1 1 0,-1 0 0,0-1 0,0 1 0,0 0 0,0 1 0,0-1 0,-1 1 0,0-1 0,1 1 0,-1 0 0,0-1 0,-1 1 0,1 0 0,-1 0 0,0 1 0,2 7 0,21 73 0,-16-60 0,0 0 0,3 27 0,3 25 0,-7-44 0,-2 1 0,3 60 0,-8-75 0,0 10 0,-7 50 0,5-70 0,0 1 0,0 0 0,-1-1 0,-1 0 0,1 0 0,-2 0 0,1 0 0,-12 16 0,-24 35 0,25-36 0,-26 31 0,35-48 0,-1 1 0,-1-1 0,1 0 0,-1-1 0,-1 0 0,1 0 0,-16 7 0,2-3 0,-1-2 0,1-1 0,-2 0 0,1-2 0,0 0 0,-31 1 0,-146-5 0,96-3 0,40 2-1365,48 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22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1035 851 24575,'-4'4'0,"0"1"0,1-1 0,-2 0 0,1-1 0,0 1 0,-1-1 0,0 0 0,-4 3 0,6-5 0,-9 6 0,0-1 0,-1 0 0,0-1 0,0-1 0,0 0 0,-1 0 0,-22 1 0,-6 0 0,-50-2 0,6-2 0,-99-4 0,181 3 0,0-1 0,0 0 0,0 0 0,0-1 0,0 1 0,1-1 0,-1 1 0,1-1 0,-1-1 0,1 1 0,-6-5 0,-33-36 0,13 11 0,-10 0 0,25 21 0,1 0 0,0-1 0,0 0 0,-11-16 0,-36-41 0,38 40 0,1-1 0,2-1 0,0 0 0,2-2 0,-23-63 0,35 80 0,0 1 0,1-1 0,1 0 0,1 0 0,-2-25 0,5 35 0,-1 0 0,1-1 0,0 1 0,0 0 0,0 0 0,1 0 0,0 0 0,0 0 0,1 1 0,0-1 0,0 1 0,0-1 0,0 1 0,1 0 0,0 0 0,0 1 0,6-6 0,11-7 0,2 0 0,-1 2 0,2 1 0,0 1 0,1 1 0,34-11 0,-1 3 0,2 4 0,75-12 0,-76 22 0,0 2 0,86 6 0,-39 0 0,-103-2 0,0 0 0,1 1 0,-1-1 0,0 1 0,0 0 0,0 0 0,1 0 0,-1 0 0,0 1 0,0-1 0,-1 1 0,1 0 0,0 0 0,0 0 0,-1 0 0,0 0 0,1 1 0,-1-1 0,0 1 0,0-1 0,0 1 0,0 0 0,1 3 0,4 9 0,0 0 0,-1 0 0,6 25 0,-4-16 0,-4-4 0,0-1 0,-1 1 0,-1 0 0,-1 38 0,0-30 0,5 45 0,14 49 0,-16-85 0,-2 0 0,-3 55 0,-1-24 0,2-64 7,0-1 0,-1 0-1,1 1 1,-1-1 0,0 0-1,0 0 1,0 1-1,0-1 1,-1 0 0,1 0-1,-1 0 1,1 0 0,-1-1-1,0 1 1,0 0 0,-1-1-1,-2 4 1,-1-1-219,-1 0 0,1-1 0,-1 0-1,1 0 1,-1 0 0,-11 4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24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867 1274 24575,'-2'-2'0,"0"-1"0,1 1 0,-1 0 0,0 0 0,-1 0 0,1 1 0,0-1 0,-1 0 0,1 1 0,0 0 0,-1-1 0,0 1 0,1 0 0,-4 0 0,-3-4 0,-29-13 0,-1 2 0,-46-13 0,45 16 0,16 5 0,-8-2 0,-38-19 0,23 10 0,35 15 0,0-1 0,-1 0 0,-14-10 0,24 13 0,-14-8 0,1-1 0,1 0 0,0-1 0,-22-23 0,8 4 0,8 9 0,-23-31 0,38 45 0,2-1 0,-1 0 0,1 0 0,-4-17 0,-12-23 0,-54-115 0,68 151 0,1-1 0,0 0 0,1 0 0,0-1 0,2 1 0,-1-1 0,2 1 0,-1-21 0,1 15 0,0 0 0,-2 1 0,-10-39 0,9 38 0,0 1 0,1-1 0,1 0 0,1 0 0,1 0 0,2-21 0,0-8 0,-2 44 0,0-1 0,1 1 0,0 0 0,0 0 0,1 0 0,-1 0 0,1 0 0,0 0 0,0 0 0,1 0 0,-1 1 0,1-1 0,0 1 0,1-1 0,-1 1 0,1 0 0,4-4 0,-2 3 0,0 1 0,0-1 0,1 1 0,-1 0 0,1 1 0,0-1 0,0 1 0,0 0 0,0 1 0,1 0 0,11-2 0,34 0 0,103 4 0,-58 3 0,-86-4 0,-4 1 0,0-1 0,0 1 0,0 1 0,0-1 0,0 1 0,0 1 0,0-1 0,0 2 0,0-1 0,-1 1 0,1 0 0,10 6 0,2 3 0,0-1 0,40 15 0,-40-18 0,0 0 0,0 2 0,25 17 0,-42-25 0,0 1 0,0 0 0,0 0 0,-1 0 0,0 0 0,1 0 0,-1 1 0,3 6 0,14 20 0,17 16 0,-8-7 0,39 52 0,-63-86 0,7 14 0,-1 0 0,-1 0 0,11 30 0,7 18 0,-22-54 0,-1 0 0,0 0 0,-1 1 0,0 0 0,-1 0 0,1 25 0,4 27 0,2-11 0,-2 0 0,1 79 0,-9 215 0,0-342-105,1 0 0,-2 0 0,1 0 0,-1 0 0,0 0 0,0 0 0,-1 0 0,0-1 0,0 1 0,-1-1 0,0 0 0,-5 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9:43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536 1 24575,'-1'4'0,"0"1"0,0-1 0,-1 0 0,0 0 0,0 0 0,0 0 0,0 0 0,-1 0 0,0-1 0,-4 6 0,-7 11 0,-47 77 0,45-76 0,2 1 0,0 0 0,1 1 0,2 1 0,0 0 0,-11 39 0,12-24 0,-2 1 0,-2-2 0,-1 1 0,-28 50 0,40-84 0,-5 7 0,2 0 0,0 1 0,-8 20 0,13-30 0,0 1 0,1-1 0,-1 0 0,0 0 0,1 1 0,0-1 0,0 0 0,0 1 0,0-1 0,0 0 0,1 0 0,0 1 0,-1-1 0,1 0 0,0 0 0,1 0 0,-1 0 0,0 0 0,1 0 0,3 5 0,7 7 0,0 0 0,1 0 0,1-2 0,15 13 0,-20-18 0,-1 0 0,-1 1 0,1 0 0,-2 0 0,1 0 0,6 15 0,17 21 0,-22-35 0,20 25 0,-1 1 0,-2 2 0,34 67 0,-58-102 0,1-1 0,-1 1 0,0-1 0,0 0 0,0 1 0,0-1 0,-1 0 0,1 1 0,-1-1 0,1 1 0,-1 3 0,-1-5 0,1 0 0,-1 0 0,0-1 0,1 1 0,-1 0 0,0 0 0,0-1 0,1 1 0,-1 0 0,0-1 0,0 1 0,0-1 0,0 1 0,0-1 0,0 1 0,0-1 0,0 0 0,0 0 0,0 1 0,0-1 0,0 0 0,0 0 0,0 0 0,0 0 0,0 0 0,0 0 0,0 0 0,-2-1 0,-13-1 0,-1 0 0,1-1 0,-1-1 0,1 0 0,0-2 0,1 1 0,-1-2 0,-16-9 0,-3-1 0,-164-66 0,171 70-455,0 1 0,-32-9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9:43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24575,'4'0'0,"0"1"0,1 1 0,-1-1 0,0 0 0,0 1 0,0 0 0,0 0 0,0 0 0,-1 1 0,1-1 0,-1 1 0,1 0 0,-1 0 0,0 0 0,0 0 0,0 1 0,3 5 0,23 20 0,-17-19 0,36 28 0,78 47 0,-87-64 0,1-1 0,0-3 0,2-1 0,59 14 0,-39-13-46,-19-4-614,64 10 1,-92-21-6167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45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899 1017 24575,'-88'2'0,"-95"-4"0,165-1 0,1 0 0,0-1 0,-31-12 0,30 9 0,-1 1 0,-32-6 0,-104-23 0,107 22 0,34 9 0,1-1 0,-1 0 0,1-1 0,0 0 0,0-1 0,-19-15 0,4 7 0,23 14 0,1-1 0,0 0 0,0 0 0,1-1 0,-1 1 0,0-1 0,1 0 0,0 1 0,0-2 0,-1 1 0,-1-4 0,0 0 0,1 0 0,0 0 0,0-1 0,1 1 0,0-1 0,0 0 0,1 0 0,0-1 0,0 1 0,1 0 0,0 0 0,1-15 0,-1 21 0,-6-63 0,3 31 0,0-37 0,3 38 0,2-38 0,0 65 0,0-1 0,0 1 0,0 0 0,1-1 0,0 1 0,0 0 0,0 0 0,5-8 0,25-23 0,-9 12 0,-10 13 0,0 0 0,0 1 0,1 0 0,30-17 0,-25 18 0,-1-2 0,0 0 0,-1-1 0,0-1 0,27-29 0,-33 33 0,0 1 0,0 1 0,1 0 0,0 1 0,0 0 0,1 0 0,13-4 0,13-8 0,-27 14 0,0 0 0,0 0 0,0 1 0,1 1 0,0 0 0,0 1 0,13-1 0,96 1 0,-78 3 0,-40 0 0,0 0 0,1 0 0,-1 0 0,0 0 0,0 0 0,-1 1 0,1 0 0,0 0 0,0 0 0,-1 0 0,1 1 0,-1-1 0,0 1 0,0 0 0,0 0 0,0 0 0,0 0 0,-1 1 0,3 4 0,30 28 0,-19-24 0,13 9 0,-2 1 0,0 2 0,-1 0 0,29 37 0,-51-55 0,0 0 0,-1 1 0,0-1 0,0 1 0,2 9 0,14 28 0,2-6 0,32 78 0,-34-73 0,30 56 0,-45-92 0,-1 0 0,0 0 0,0 0 0,-1 1 0,0-1 0,0 1 0,-1 0 0,1 12 0,-2 66 0,-2-38 0,1-43 0,1 0 0,-1 1 0,0-1 0,0 0 0,0 1 0,-1-1 0,0 0 0,0 0 0,0 0 0,-1 0 0,0-1 0,0 1 0,0-1 0,0 1 0,0-1 0,-5 4 0,-8 6 0,0-1 0,-34 23 0,-6 3 0,15-10-1365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51.5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664 729 24575,'-147'-11'0,"73"4"0,51 4 0,-39-10 0,42 8 0,1 1 0,-1 0 0,-22 0 0,37 4 0,0-1 0,1 1 0,-1-1 0,1 0 0,-1 0 0,1 0 0,-1-1 0,1 1 0,0-1 0,-1 0 0,1-1 0,0 1 0,0-1 0,1 1 0,-1-1 0,1 0 0,-1-1 0,-3-3 0,-22-15 0,25 20 0,-1-1 0,1 0 0,0-1 0,-1 1 0,2-1 0,-1 0 0,0 0 0,-5-8 0,-3-7 0,-33-58 0,35 57 0,5 11 0,0 0 0,1 0 0,0-1 0,0 1 0,1-1 0,1 0 0,-1 0 0,0-16 0,1-24 0,5-56 0,-2 103 0,0-1 0,-1 1 0,1 0 0,1 1 0,-1-1 0,0 0 0,1 0 0,-1 0 0,1 1 0,0-1 0,0 1 0,4-5 0,36-29 0,-10 9 0,-19 13 0,0 0 0,1 1 0,23-16 0,-30 25 0,0 0 0,0 0 0,0 1 0,1 0 0,-1 0 0,1 1 0,0 0 0,0 0 0,0 1 0,15-1 0,-7 3 0,-1 0 0,1 0 0,-1 1 0,1 1 0,-1 1 0,0 0 0,0 1 0,-1 1 0,0 0 0,0 1 0,0 0 0,25 19 0,-12-10 0,19 16 0,65 80 0,-35-34 0,-61-63 0,5 4 0,0 1 0,27 36 0,-45-51 0,1 0 0,-1 1 0,0-1 0,0 0 0,0 1 0,-1-1 0,0 1 0,0 0 0,0-1 0,-1 1 0,0 0 0,0 0 0,-1 6 0,1-7 0,-1-1 0,1 0 0,-1 1 0,0-1 0,0 0 0,-1 0 0,1 1 0,-1-1 0,0 0 0,0-1 0,0 1 0,-1 0 0,1-1 0,-1 1 0,0-1 0,0 0 0,-4 4 0,-87 58 0,81-57-225,1-1 0,-1-1-1,0 0 1,-26 8 0,36-13-14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52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324 849 24575,'-2'-1'0,"0"1"0,0-1 0,0 1 0,0-1 0,0 0 0,1 0 0,-1 0 0,0 0 0,0 0 0,1 0 0,-1 0 0,0-1 0,1 1 0,-3-3 0,-19-25 0,19 25 0,-58-89 0,42 66 0,1 2 0,-27-48 0,22 29 0,14 28 0,1 0 0,1 0 0,0-1 0,1 1 0,-7-32 0,-3-18 0,11 49 0,1 0 0,1-1 0,1 0 0,-2-33 0,5 47 0,0 0 0,0 0 0,0 0 0,1-1 0,-1 1 0,1 0 0,0 0 0,1 0 0,-1 0 0,0 0 0,1 0 0,4-5 0,-4 6 0,0 1 0,1-1 0,-1 1 0,1 0 0,0 0 0,0 0 0,0 0 0,0 1 0,0-1 0,0 1 0,0 0 0,1 0 0,-1 0 0,0 0 0,1 1 0,3-1 0,32-7 0,45-16 0,-57 15 0,1 1 0,1 2 0,54-6 0,-57 9 0,-1-1 0,1-1 0,-1-1 0,27-10 0,-29 8 0,1 1 0,-1 1 0,1 1 0,47-3 0,-64 8 0,4-1 0,1 1 0,-1 1 0,0 0 0,19 4 0,-26-4 0,0 1 0,0-1 0,0 1 0,-1 0 0,1 0 0,-1 0 0,0 1 0,1-1 0,-1 1 0,0 0 0,-1-1 0,1 2 0,0-1 0,-1 0 0,1 0 0,2 7 0,51 100 0,-31-72 0,-21-32 0,1 0 0,-1 0 0,0 0 0,-1 1 0,0-1 0,0 1 0,0 0 0,3 13 0,-1-1 0,0-1 0,14 30 0,6 21 0,-18-34 0,-2 1 0,-1 0 0,-2 0 0,-2 0 0,-6 55 0,6-86 0,-2 1 0,1-1 0,-1 0 0,1 0 0,-2 0 0,1 0 0,0 0 0,-1 0 0,-6 8 0,-38 42 0,25-31 0,15-16 0,-1-1 0,0 0 0,0-1 0,-1 0 0,0 0 0,0 0 0,-1-1 0,1-1 0,-1 0 0,0 0 0,0-1 0,0 0 0,0 0 0,-14 0 0,-18 2 0,-1-2 0,-52-4 0,47 0 0,14 0 0,24 0 0,0 0 0,0 1 0,-1 0 0,1 1 0,0 0 0,0 0 0,0 1 0,0 0 0,0 1 0,0 0 0,-13 7 0,-22 10-1365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54.8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325 730 24575,'-86'-73'0,"66"53"0,-101-93 0,117 108 0,0 1 0,0-1 0,0 0 0,1-1 0,0 1 0,0-1 0,0 1 0,1-1 0,-1 0 0,1 0 0,-1-9 0,-16-34 0,12 32 0,1 1 0,0 0 0,1-1 0,1 0 0,1-1 0,-3-29 0,5 36 0,-1-11 0,1-39 0,1 57 0,1-1 0,-1 0 0,1 1 0,0-1 0,0 1 0,0-1 0,1 1 0,-1-1 0,1 1 0,0 0 0,0 0 0,1 0 0,-1 0 0,6-6 0,2 1 0,1 1 0,-1-1 0,2 2 0,-1 0 0,1 0 0,0 1 0,1 0 0,0 1 0,-1 1 0,18-4 0,-20 5 0,0 0 0,0 1 0,1 0 0,-1 1 0,0 0 0,1 1 0,-1 0 0,0 1 0,1 0 0,-1 0 0,16 5 0,-18-3 0,-1 0 0,1 1 0,-1-1 0,1 2 0,-1-1 0,-1 1 0,1 0 0,-1 0 0,1 1 0,-1 0 0,-1 0 0,1 0 0,-1 1 0,7 12 0,9 20 0,-14-25 0,1 0 0,12 16 0,-11-16 0,0 1 0,10 20 0,16 27 0,-30-54 0,-1 0 0,0 0 0,0 0 0,-1 0 0,0 1 0,-1-1 0,0 1 0,0 0 0,-1-1 0,0 1 0,0 15 0,-1-12 0,1 0 0,0-1 0,1 1 0,1-1 0,6 21 0,2-1 0,-1 1 0,9 47 0,3 13 0,-16-71 0,-1-8 0,-1 0 0,-1 0 0,0 0 0,-1 1 0,1 14 0,-3-23 0,0-1 0,-1 0 0,1 0 0,-1 0 0,0 0 0,0-1 0,0 1 0,-1 0 0,1 0 0,-1-1 0,0 1 0,0 0 0,0-1 0,-1 0 0,1 0 0,-1 0 0,0 0 0,0 0 0,0 0 0,0 0 0,0-1 0,-4 2 0,2-1 0,-1 0 0,0-1 0,0 0 0,0 0 0,0 0 0,0-1 0,0 0 0,0 0 0,0-1 0,0 1 0,-1-1 0,-10-2 0,4 1 0,-1-2 0,1 1 0,-1-2 0,-21-8 0,19 6 0,-3-2 0,1 0 0,0 0 0,0-2 0,-24-17 0,17 8 0,0 2 0,-2 0 0,-50-22 0,73 36-132,0 1 0,0-1-1,0 1 1,0-1 0,1-1 0,-6-4-1,8 6-306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55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683 564 24575,'0'2'0,"0"1"0,0 0 0,0 0 0,0-1 0,-1 1 0,1 0 0,-1-1 0,1 1 0,-1 0 0,0-1 0,0 1 0,0-1 0,-1 1 0,1-1 0,0 0 0,-1 0 0,0 1 0,1-1 0,-1 0 0,-4 3 0,2-3 0,0 0 0,0 0 0,-1 0 0,1-1 0,0 1 0,-1-1 0,1 0 0,-1-1 0,1 1 0,-1-1 0,-7 0 0,-177 15 0,126-14 0,-78-3 0,135 1 0,0 0 0,0-1 0,0 1 0,0-2 0,1 1 0,-1 0 0,0-1 0,1 0 0,0-1 0,0 1 0,-7-7 0,-7-7 0,-25-28 0,31 31 0,9 9 0,0 1 0,1-1 0,0 0 0,0 0 0,0 0 0,0 0 0,1 0 0,0-1 0,0 1 0,-1-8 0,0-4 0,0 0 0,1-19 0,-4-25 0,1 21 0,2-1 0,1 0 0,7-73 0,-5 110 0,0 0 0,1 0 0,-1 0 0,1 0 0,0 0 0,0 0 0,1 0 0,-1 0 0,1 1 0,0-1 0,0 0 0,0 1 0,0 0 0,0-1 0,1 1 0,5-5 0,-5 6 0,1-1 0,1 1 0,-1 0 0,0 0 0,0 0 0,1 1 0,-1 0 0,1-1 0,-1 2 0,1-1 0,0 0 0,-1 1 0,10 0 0,5 0 0,22 1 0,79-10 0,-50 2 0,0 3 0,86 6 0,-40 0 0,312-2 0,-425 0 0,1 0 0,0 1 0,0-1 0,0 0 0,-1 1 0,1 0 0,0 0 0,-1 0 0,1 1 0,0-1 0,-1 1 0,0 0 0,1 0 0,-1 0 0,0 0 0,0 0 0,0 1 0,4 3 0,-4-1 0,1 1 0,-1-1 0,0 0 0,0 1 0,0 0 0,-1 0 0,0-1 0,0 2 0,-1-1 0,2 10 0,5 31 0,18 144 0,-26-182 0,1 9 0,0 0 0,-1 0 0,-4 24 0,3-36 0,0-1 0,0 1 0,-1-1 0,0 1 0,0-1 0,-1 0 0,1 0 0,-1 0 0,0 0 0,0 0 0,-1-1 0,0 0 0,1 1 0,-9 5 0,-13 10 0,-2-1 0,-47 26 0,61-40 0,0-1 0,-1 0 0,1-1 0,-1 0 0,1-1 0,-1 0 0,-15-1 0,-17 3 0,-46 3 0,-131-6 0,96-3 0,86 2-1365,23 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5:57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768 815 24575,'-3'2'0,"0"0"0,0 0 0,1-1 0,-1 1 0,0-1 0,0 1 0,-1-1 0,1 0 0,0 0 0,0-1 0,0 1 0,-7 0 0,-45 0 0,38-2 0,7 0 0,0 0 0,0-1 0,0-1 0,0 0 0,0 0 0,1 0 0,0-2 0,0 1 0,0-1 0,0 0 0,-11-10 0,11 9 0,1 2 0,-1 0 0,1 0 0,-1 1 0,0 0 0,-9-2 0,10 3 0,-1 0 0,1-1 0,0 0 0,0 0 0,1-1 0,-1 0 0,-6-5 0,-38-28 0,-42-36 0,63 45 0,1-1 0,-31-38 0,-30-41 0,88 104 0,0-1 0,0 0 0,0 0 0,1 0 0,0 0 0,0 0 0,0 0 0,1-1 0,0 1 0,0-1 0,0 1 0,0-10 0,1-6 0,5-39 0,-5 58 0,1-4 0,1 1 0,-1-1 0,1 1 0,1 0 0,-1 0 0,1 0 0,-1 0 0,6-6 0,31-38 0,-34 44 0,2-2 0,0 0 0,1 1 0,0 1 0,1-1 0,-1 1 0,1 1 0,0-1 0,0 2 0,0-1 0,0 1 0,1 0 0,14-1 0,-5-1 0,35-13 0,-39 12 0,0 1 0,1 0 0,0 1 0,0 1 0,32-3 0,86 6 0,-67 1 0,-44 0 0,-1 2 0,1 0 0,-1 1 0,1 2 0,-1 0 0,-1 1 0,0 1 0,40 22 0,-55-26 0,0 2 0,0-1 0,0 0 0,-1 1 0,0 0 0,0 1 0,-1-1 0,0 1 0,0 0 0,0 0 0,-1 0 0,0 0 0,3 13 0,11 20 0,-7-19 0,-2 0 0,0 0 0,-2 1 0,0 0 0,-1 0 0,2 31 0,0 1 0,-3-19 0,1 46 0,-5-67 0,1-6 0,-1 0 0,0 1 0,-1-1 0,0 0 0,0 0 0,-1 1 0,0-1 0,0 0 0,-1 0 0,-3 7 0,-10 21 0,13-28 0,0 0 0,0 0 0,-1-1 0,0 1 0,-8 9 0,-50 73 0,46-66 0,11-16 0,-1 0 0,0 0 0,0-1 0,-1 0 0,0 0 0,-1 0 0,1-1 0,-1 0 0,0-1 0,-1 0 0,1 0 0,-1-1 0,-10 4 0,8-3-1365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6:10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627 1001 24575,'-6'1'0,"1"-1"0,-1 1 0,1-2 0,-1 1 0,1-1 0,-1 1 0,1-1 0,0-1 0,-1 1 0,1-1 0,0 0 0,0 0 0,0-1 0,0 1 0,1-1 0,-7-5 0,-37-24 0,-13-12 0,56 40 0,-1 0 0,0 1 0,0 0 0,0 0 0,0 0 0,-12-3 0,9 4 0,1-1 0,0 0 0,-14-8 0,1-4 0,0-1 0,1-1 0,1 0 0,-34-40 0,-59-92 0,102 135 0,1-1 0,1-1 0,0 1 0,1-1 0,1 0 0,0-1 0,-5-31 0,5 11 0,2 0 0,2-60 0,2 89 0,0 0 0,1 0 0,0 0 0,0 0 0,1 0 0,0 0 0,4-10 0,-4 13 0,0 1 0,1 0 0,-1 0 0,1 1 0,0-1 0,0 0 0,0 1 0,1 0 0,-1 0 0,1 0 0,0 0 0,-1 0 0,1 1 0,6-3 0,35-18 0,79-36 0,-118 57 0,14-7 0,0 1 0,0 1 0,1 1 0,30-6 0,-45 11 0,0 1 0,-1 0 0,1 0 0,0 0 0,-1 0 0,1 1 0,0 0 0,-1 0 0,1 1 0,-1-1 0,0 1 0,1 0 0,-1 1 0,0-1 0,0 1 0,0 0 0,-1 0 0,1 1 0,-1-1 0,0 1 0,0 0 0,4 5 0,72 78 0,-53-60 0,-1 1 0,-1 1 0,26 42 0,-44-58 0,-1 1 0,-1 0 0,0 0 0,6 27 0,8 25 0,23 62 0,-37-111 0,-2 0 0,0 1 0,-1-1 0,0 1 0,-3 28 0,1-41 0,-2-1 0,1 1 0,0 0 0,-1-1 0,0 1 0,0-1 0,-1 0 0,1 1 0,-1-1 0,0 0 0,0-1 0,0 1 0,0 0 0,-1-1 0,1 0 0,-6 4 0,-9 6 0,0-1 0,-25 13 0,31-19 0,-3 2 0,-1-2 0,-25 8 0,-1 0 0,13-5-195,0-2 0,0-1 0,-1-1 0,0-2 0,1 0 0,-48-4 0,59 1-6631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6:11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390 1001 24575,'-2'-1'0,"0"0"0,0 0 0,0 0 0,0 0 0,0-1 0,1 1 0,-1-1 0,0 1 0,1-1 0,-1 1 0,-2-4 0,-7-7 0,-7 0 0,0-1 0,1-1 0,0 0 0,2-1 0,-24-28 0,-4-14 0,21 30 0,1-1 0,1-1 0,1-1 0,1-1 0,2 0 0,-12-36 0,17 35 0,2-1 0,1 0 0,2-1 0,1 0 0,2 0 0,1 0 0,3-38 0,0 67 0,0 0 0,0 0 0,1 0 0,-1 0 0,1 0 0,0 0 0,0 0 0,1 0 0,-1 1 0,1-1 0,0 1 0,0 0 0,1 0 0,-1 0 0,1 0 0,0 1 0,0-1 0,7-3 0,7-4 0,0 1 0,1 0 0,28-9 0,5-3 0,-23 11 0,0 0 0,0 2 0,1 1 0,0 1 0,43-3 0,-62 8 0,54-14 0,-52 11 0,1 2 0,0-1 0,0 2 0,20-3 0,-29 5 0,209 2 0,-210-1 0,0 0 0,0 0 0,0 0 0,0 0 0,0 1 0,0 0 0,-1 0 0,1 0 0,-1 0 0,1 0 0,-1 1 0,0-1 0,0 1 0,5 5 0,4 7 0,21 31 0,-12-16 0,4 9 0,-2 0 0,-1 1 0,30 84 0,-17-42 0,-20-43 0,-1 1 0,-3 0 0,0 1 0,-3 0 0,-2 1 0,-1-1 0,-2 1 0,-3 49 0,0-78 0,0 0 0,-1 0 0,-1 0 0,0-1 0,-4 13 0,5-21 0,0 0 0,-1-1 0,1 1 0,-1-1 0,0 1 0,0-1 0,0 0 0,-1 0 0,1 0 0,-1 0 0,1 0 0,-1-1 0,0 1 0,0-1 0,0 0 0,0 1 0,-1-1 0,1-1 0,-1 1 0,1-1 0,-5 2 0,-29 5 0,1-2 0,-1-1 0,-1-3 0,1 0 0,-49-6 0,3 3 0,-393 0-1365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6:12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814 1022 24575,'15'-49'0,"-15"45"0,-1 1 0,1 0 0,-1-1 0,0 1 0,0 0 0,0-1 0,0 1 0,-1 0 0,0 0 0,1 0 0,-1 0 0,0 0 0,0 1 0,0-1 0,-1 1 0,1-1 0,-1 1 0,-2-3 0,-9-5 0,0-1 0,-22-10 0,13 7 0,-5-3 0,13 8 0,0-1 0,-17-13 0,12 7 0,-1 1 0,0 1 0,-28-13 0,28 16 0,0 0 0,1-2 0,0 0 0,-17-17 0,-30-37 0,38 49 0,26 16 0,-1 0 0,1 0 0,0 0 0,0 0 0,-1 0 0,1-1 0,1 1 0,-5-5 0,4 3 0,-1 0 0,0 1 0,0-1 0,0 1 0,0 0 0,-9-5 0,8 6 0,1-1 0,-1 1 0,1-1 0,0-1 0,0 1 0,0-1 0,-5-6 0,-17-19 0,22 25 0,-1 0 0,1 0 0,0-1 0,1 1 0,-1-1 0,1 0 0,0 0 0,0 0 0,-3-9 0,-7-21 0,-22-41 0,9 24 0,19 38 0,-1-2 0,2 1 0,0-1 0,1 0 0,1 0 0,0-1 0,1 1 0,1-1 0,1 1 0,0-18 0,1 32 0,1 0 0,-1 0 0,1 0 0,-1 1 0,1-1 0,0 0 0,0 0 0,0 1 0,0-1 0,0 1 0,0-1 0,0 1 0,0-1 0,1 1 0,-1 0 0,1-1 0,-1 1 0,1 0 0,-1 0 0,1 0 0,0 0 0,-1 0 0,1 1 0,0-1 0,0 0 0,0 1 0,-1 0 0,1-1 0,0 1 0,3 0 0,8-2 0,1 2 0,-1 0 0,20 2 0,-10 0 0,28-2 0,-24-1 0,-1 2 0,51 7 0,-70-6 0,1-1 0,0 2 0,-1-1 0,1 1 0,-1 0 0,0 1 0,0 0 0,0 0 0,-1 0 0,1 1 0,-1 0 0,0 0 0,-1 0 0,7 9 0,49 53 0,-13-5 0,-30-41 0,-1 1 0,24 42 0,-27-35 0,11 39 0,-17-45 0,0-1 0,1 0 0,23 38 0,-23-44 0,-1 1 0,0 0 0,-1 0 0,9 36 0,-9-29 0,0-1 0,12 24 0,-12-30 0,-1 0 0,-1 0 0,-1 1 0,-1-1 0,0 1 0,-1 0 0,-1 18 0,5 26 0,-3-23-272,-2 42 0,-2-64-549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9:46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520 1 24575,'-22'20'0,"-1"-1"0,-38 23 0,31-22 0,-33 29 0,38-29 0,-1-2 0,-46 27 0,38-26 0,-35 28 0,41-27 0,20-15 0,0 0 0,1 0 0,-1 1 0,1 1 0,-11 12 0,17-17 0,-1 0 0,1 0 0,0 0 0,0 0 0,0 0 0,0 1 0,0-1 0,1 0 0,-1 0 0,1 1 0,-1-1 0,1 1 0,0-1 0,0 0 0,0 1 0,0-1 0,1 1 0,-1-1 0,0 0 0,1 1 0,0-1 0,0 0 0,-1 1 0,1-1 0,1 0 0,-1 0 0,2 3 0,5 8 0,16 28 0,2-1 0,44 53 0,-44-70 0,0 0 0,1-1 0,50 29 0,-63-43 0,33 19 0,1-3 0,101 37 0,-84-37 0,18 16 0,-65-30 0,-2 0 0,0 1 0,16 14 0,-21-17 0,9 9-115,-8-7-93,0 0-1,1-1 1,0 0 0,1-1-1,18 8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9:46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0 24575,'0'0'0,"-1"1"0,0-1 0,1 0 0,-1 1 0,1-1 0,-1 0 0,1 1 0,-1-1 0,1 1 0,-1-1 0,1 1 0,0-1 0,-1 1 0,1-1 0,0 1 0,-1-1 0,1 1 0,0 0 0,0-1 0,-1 1 0,1 0 0,0-1 0,0 1 0,0-1 0,0 2 0,-3 23 0,2-18 0,-13 65 0,-2 0 0,-4-1 0,-41 97 0,-94 181 0,140-314 0,1 0 0,2 1 0,2 1 0,-6 39 0,11-56 0,-5 8-1365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6:59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320 658 24575,'-4'-1'0,"0"1"0,0-1 0,0 0 0,1-1 0,-1 1 0,1-1 0,-1 1 0,1-1 0,-1 0 0,-5-5 0,-30-26 0,-1-4 0,28 27 0,0 0 0,0-1 0,1-1 0,0 1 0,1-2 0,1 0 0,0 0 0,-12-23 0,-42-85 0,59 111 0,1-1 0,1 0 0,0 0 0,0 0 0,1-18 0,-6-30 0,6 54 0,0 0 0,1 0 0,-1 0 0,1-1 0,0 1 0,0 0 0,1 0 0,-1 0 0,1 0 0,0 0 0,1-1 0,-1 2 0,1-1 0,0 0 0,5-8 0,-2 5 0,0 1 0,0 1 0,1-1 0,0 1 0,1 0 0,-1 0 0,1 1 0,13-9 0,-15 11 0,-1 1 0,1-1 0,-1 1 0,1 0 0,0 0 0,0 0 0,0 1 0,0-1 0,0 1 0,0 1 0,0-1 0,7 0 0,-4 2 0,-1 1 0,1-1 0,-1 1 0,1 0 0,-1 1 0,0 0 0,11 6 0,3 3 0,0 0 0,27 23 0,-24-20 0,-20-13 0,0 0 0,0 0 0,-1 1 0,0-1 0,1 1 0,-1 0 0,0-1 0,0 1 0,0 1 0,-1-1 0,4 5 0,13 26 0,3 0 0,-2 2 0,-2 1 0,21 58 0,-36-80 0,0 0 0,1 25 0,4 16 0,-8-54 1,1-1 0,-1 1-1,0-1 1,0 1 0,0-1 0,0 1-1,0 0 1,0-1 0,0 1 0,-1-1-1,1 1 1,0-1 0,-1 1 0,0-1-1,1 1 1,-1-1 0,0 0 0,1 1-1,-1-1 1,0 0 0,0 1-1,0-1 1,0 0 0,0 0 0,-1 0-1,1 0 1,-2 1 0,-3 2-15,-1 0 1,0-1-1,0 0 1,-13 4-1,-13 5-1304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7:01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375 766 24575,'-3'-2'0,"0"1"0,0-1 0,-1 0 0,1 0 0,0 0 0,0 0 0,1 0 0,-1-1 0,0 1 0,1-1 0,0 0 0,-3-3 0,-6-6 0,-38-33 0,26 26 0,1-1 0,1-1 0,1-1 0,-19-28 0,-4-3 0,35 45 0,0 0 0,1-1 0,0 0 0,1 0 0,0-1 0,0 1 0,1-1 0,-7-17 0,1-13 0,1 0 0,2 0 0,-3-44 0,10 70 0,0 2 0,0 0 0,1 0 0,3-19 0,-3 27 0,1 1 0,0-1 0,0 1 0,0 0 0,0 0 0,1-1 0,-1 1 0,1 0 0,0 0 0,0 0 0,0 1 0,0-1 0,1 0 0,-1 1 0,1-1 0,4-3 0,5-1 0,0 0 0,0 1 0,0 0 0,1 1 0,0 0 0,0 1 0,0 1 0,0 0 0,1 0 0,-1 2 0,1-1 0,-1 2 0,25 1 0,-22 0 0,-10-2 0,-1 1 0,1 0 0,0 0 0,-1 0 0,1 1 0,-1 0 0,1 0 0,-1 1 0,1-1 0,-1 1 0,0 0 0,1 1 0,-1-1 0,0 1 0,-1 0 0,6 4 0,29 26 0,57 35 0,-82-59 0,-3-3 0,0 0 0,0 2 0,-1-1 0,1 1 0,-2 1 0,1 0 0,-1 0 0,12 17 0,-20-25 0,6 9 0,0 0 0,0 0 0,-1 0 0,0 0 0,-1 1 0,0 0 0,-1 0 0,0 1 0,-1-1 0,2 13 0,11 35 0,-12-49 0,-1 1 0,0-1 0,-1 1 0,0-1 0,1 15 0,-2 7 0,0-13 0,0 1 0,-2-1 0,0 1 0,-4 20 0,4-36 4,-1 0-1,1-1 1,-1 1-1,0-1 1,0 1-1,0-1 0,0 0 1,-1 0-1,1 1 1,-1-2-1,0 1 1,0 0-1,0-1 1,0 1-1,0-1 0,-1 0 1,1 0-1,-1 0 1,1 0-1,-1-1 1,0 0-1,0 1 1,0-1-1,-7 1 1,-10 1-182,0-1 1,1-1 0,-34-2 0,31 1-566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7:02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441 646 24575,'-16'0'0,"0"-1"0,-1-1 0,1 0 0,0-1 0,0-1 0,0 0 0,1-2 0,-1 1 0,1-2 0,1 0 0,-1-1 0,-25-18 0,6-1 0,3-2 0,-37-40 0,60 60 0,0 0 0,1 0 0,-1-1 0,2 0 0,0 0 0,0 0 0,1-1 0,0 0 0,1 0 0,0 0 0,0-1 0,2 0 0,-1 1 0,1-1 0,0-19 0,3 21 0,0 1 0,0-1 0,1 1 0,1-1 0,-1 1 0,2 0 0,-1 0 0,1 0 0,0 1 0,1-1 0,0 1 0,0 0 0,1 0 0,0 1 0,1-1 0,-1 1 0,1 1 0,1-1 0,8-5 0,-11 9 0,0 0 0,0 0 0,1 1 0,-1-1 0,9-2 0,-7 4 0,-1-1 0,0-1 0,-1 1 0,1-1 0,5-4 0,-1 1 0,1 0 0,0 0 0,0 1 0,0 1 0,0-1 0,1 2 0,0 0 0,-1 0 0,23-1 0,11 1 0,59 4 0,-37 1 0,-61-2 0,0 0 0,0 0 0,0 1 0,0 0 0,0 0 0,0 1 0,-1-1 0,1 1 0,0 0 0,-1 1 0,0-1 0,1 1 0,-1 0 0,0 1 0,0-1 0,4 5 0,21 9 0,6 5 0,105 121 0,-112-112 0,-22-22 0,-1 0 0,1 0 0,-2 1 0,6 11 0,7 12 0,-13-24 0,0 1 0,0 0 0,-1 1 0,0-1 0,-1 1 0,-1 0 0,1-1 0,0 18 0,-1 9 0,-3 45 0,-1-23 0,2-56 7,0 1-1,-1 0 0,1-1 0,-1 1 1,0-1-1,0 1 0,-1-1 1,1 1-1,-1-1 0,1 0 1,-1 1-1,0-1 0,0 0 0,0 0 1,-1-1-1,1 1 0,-1 0 1,-5 3-1,-2 2-377,-1-1-1,0 0 1,-24 10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7:04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544 1019 24575,'-8'-1'0,"-1"0"0,1-1 0,0 0 0,1 0 0,-1-1 0,0 1 0,1-2 0,-1 1 0,1-1 0,0 0 0,-9-7 0,-35-18 0,28 17 0,2 0 0,0-1 0,0-1 0,1-2 0,1 1 0,-19-22 0,34 33 0,1 0 0,0 0 0,0-1 0,0 1 0,-3-8 0,3 7 0,1 1 0,-1-1 0,0 1 0,0 0 0,0-1 0,-4-2 0,-3-5 0,0-1 0,0 0 0,2 0 0,-15-29 0,0 2 0,12 20 0,-12-34 0,5 12 0,12 28 0,1-1 0,1 1 0,0-1 0,1 0 0,1 0 0,0 0 0,1-20 0,-1-2 0,-6-15 0,-1-15 0,9 50 0,0 9 0,-1 0 0,2 0 0,-1-1 0,3-10 0,-2 16 0,0 1 0,0-1 0,0 1 0,0-1 0,0 1 0,1-1 0,-1 1 0,1 0 0,-1-1 0,1 1 0,0 0 0,0 0 0,0 0 0,0 1 0,0-1 0,5-2 0,15-9 0,0 1 0,0 1 0,1 2 0,46-14 0,-16 8 0,-33 8 0,1 1 0,0 1 0,1 1 0,37-3 0,-23 7 0,117 2 0,-149-1 0,-1 0 0,1 0 0,-1 0 0,1 0 0,-1 0 0,0 1 0,0-1 0,0 1 0,0 0 0,0 0 0,0 0 0,0 1 0,-1-1 0,4 4 0,31 42 0,-24-30 0,-7-8 0,0 2 0,0-1 0,-1 1 0,0 0 0,-1 0 0,3 15 0,14 37 0,-6-27 0,16 68 0,4 8 0,-30-91 0,0 0 0,-1 0 0,-2 0 0,0 0 0,-1 0 0,-1 0 0,-4 25 0,2 23 0,2-67 4,0 1 0,-1 0 0,1 0 0,-1 0 0,0 0-1,0-1 1,0 1 0,0 0 0,-1-1 0,1 1 0,-1-1 0,0 1-1,0-1 1,0 0 0,-1 0 0,1 0 0,-1 0 0,0 0 0,1-1-1,-1 1 1,0-1 0,-1 0 0,1 0 0,0 0 0,-1 0-1,1 0 1,-1-1 0,1 1 0,-1-1 0,-5 1 0,-10 2-299,-1-1-1,0 0 1,0-2 0,-31-1-1,51 0 288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7:07.0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799 698 24575,'-19'-2'0,"-1"-1"0,0-1 0,1 0 0,0-1 0,0-1 0,-23-11 0,-4-1 0,33 15 0,0-1 0,0 2 0,-27-2 0,30 3 0,-1 0 0,0 0 0,0-1 0,1 0 0,-1-1 0,1 0 0,-13-6 0,10 1 0,1 0 0,-22-18 0,26 20 0,0-1 0,0 1 0,0 0 0,-1 1 0,0 0 0,0 0 0,-18-5 0,17 7 0,1-1 0,-1 0 0,1 0 0,0-1 0,1 0 0,-1 0 0,1-1 0,0 0 0,-11-11 0,4 2 0,1-1 0,1 0 0,-17-28 0,-56-75 0,83 115 0,1 0 0,0-1 0,0 1 0,0-1 0,1 0 0,0 1 0,0-1 0,0 0 0,0 0 0,1 0 0,-1 1 0,1-1 0,1 0 0,-1 0 0,1 0 0,0 0 0,0 1 0,0-1 0,0 0 0,1 1 0,0-1 0,0 1 0,0-1 0,1 1 0,-1 0 0,1 0 0,0 0 0,0 0 0,1 1 0,-1-1 0,1 1 0,-1 0 0,1 0 0,6-3 0,6-4 0,0 2 0,1 0 0,0 1 0,35-10 0,75-10 0,-114 25 0,32-4 0,-1 3 0,81 4 0,-44 0 0,-76-1 0,1 0 0,-1 1 0,1-1 0,-1 1 0,1 0 0,-1 1 0,0-1 0,0 1 0,0 0 0,0 1 0,0-1 0,9 6 0,-5 0 0,0 0 0,0 1 0,-1 0 0,9 12 0,7 8 0,-19-24 0,0 0 0,-1 1 0,0 0 0,0 0 0,-1 0 0,0 0 0,0 0 0,0 1 0,-1 0 0,4 13 0,13 42 0,-13-47 0,0 1 0,-2 0 0,0 0 0,-1 0 0,3 30 0,-6-28 0,1 1 0,-2 1 0,0-1 0,-4 23 0,4-35 0,-1-1 0,0 1 0,0 0 0,-1-1 0,0 0 0,0 1 0,-1-1 0,1 0 0,-1-1 0,-1 1 0,1-1 0,-8 7 0,-58 49 0,62-55 0,0-1 0,-1 0 0,1 0 0,-1-1 0,0 0 0,0 0 0,-13 2 0,-16 10 89,18-6-1543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7:09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435 526 24575,'-1'-3'0,"0"-1"0,0 1 0,0-1 0,-1 1 0,1 0 0,-1 0 0,0-1 0,0 1 0,0 1 0,0-1 0,-1 0 0,1 0 0,-1 1 0,-4-4 0,-18-24 0,21 21 0,0-1 0,1-1 0,0 1 0,1 0 0,0-1 0,0-13 0,-8-32 0,-6-19 0,15 68 0,0 0 0,1-1 0,-1 1 0,2 0 0,-1 0 0,1 0 0,0 0 0,3-11 0,-2 13 0,1 1 0,0-1 0,0 1 0,0 0 0,0 0 0,0 0 0,1 0 0,0 1 0,0 0 0,0-1 0,0 1 0,0 1 0,1-1 0,-1 1 0,6-3 0,9-3 0,1 0 0,24-5 0,162-30 0,-200 42 0,53-8 0,115-5 0,-171 13 0,0 1 0,0 1 0,0-1 0,1 0 0,-1 1 0,0-1 0,0 1 0,-1 0 0,1 0 0,0 0 0,0 1 0,0-1 0,-1 1 0,1-1 0,-1 1 0,1 0 0,-1 0 0,3 3 0,0 1 0,-1 0 0,0 1 0,0 0 0,-1-1 0,5 14 0,6 12 0,7 15 0,-2 2 0,-2 0 0,-3 2 0,14 78 0,-23-83 0,-2 1 0,-1-1 0,-7 60 0,4-99 0,1 0 0,-1 0 0,-1-1 0,1 1 0,-1 0 0,0-1 0,-1 1 0,0-1 0,0 0 0,0 0 0,-1 0 0,1 0 0,-2-1 0,-4 7 0,3-6 0,-1-1 0,0 1 0,0-1 0,0 0 0,-1-1 0,0 0 0,0 0 0,0 0 0,-15 4 0,-10-1 0,0-2 0,-1 0 0,1-3 0,-56-2 0,71 0 0,-69 2 0,42 0 0,-1-2 0,-58-8 0,48-4 0,2-2 0,-71-29 0,85 29 0,-142-44-1365,164 53-5461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7:09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899 899 24575,'-36'-1'0,"1"-2"0,-1-1 0,1-1 0,0-2 0,-60-21 0,-69-45 0,112 47 0,-9-7 0,2-3 0,-61-47 0,86 58 0,21 15 0,1-1 0,-16-18 0,-2-1 0,25 25 0,0 0 0,0 0 0,1-1 0,0 0 0,0 0 0,0 0 0,0 0 0,1-1 0,0 1 0,1-1 0,-1 0 0,1 0 0,0 0 0,1 0 0,0 0 0,0 0 0,1 0 0,-1 0 0,1 0 0,1-1 0,0 1 0,0 0 0,0 0 0,1 0 0,0 0 0,0 0 0,1 1 0,-1-1 0,2 1 0,-1-1 0,1 1 0,0 0 0,0 0 0,0 1 0,9-9 0,32-31 0,-35 33 0,0 1 0,1 0 0,0 1 0,0 1 0,1-1 0,0 2 0,1 0 0,0 0 0,23-9 0,35-11 0,-56 20 0,1 1 0,0 1 0,0 1 0,0 0 0,1 1 0,0 1 0,18-2 0,74-5 0,-59 4 0,-1 0 0,94-6 0,-134 12 0,-1 0 0,0 1 0,1-1 0,-1 2 0,14 2 0,-19-2 0,0-1 0,0 0 0,0 1 0,-1 0 0,1-1 0,0 1 0,-1 0 0,0 0 0,1 1 0,-1-1 0,0 0 0,0 1 0,0-1 0,-1 1 0,1 0 0,0 0 0,1 5 0,56 115 0,-40-80 0,-11-27 0,-1 0 0,-1 0 0,0 0 0,-1 1 0,-1 0 0,0 0 0,-2 0 0,2 19 0,-3 30 0,-4 112 0,0-167 0,0 0 0,0-1 0,-1 1 0,-1-1 0,0 1 0,0-1 0,-1-1 0,-9 13 0,-4 8 0,-52 85-1365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7:11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696 1223 24575,'0'-2'0,"-1"1"0,1-1 0,-1 0 0,0 1 0,1 0 0,-1-1 0,0 1 0,0-1 0,0 1 0,0 0 0,0 0 0,0-1 0,0 1 0,0 0 0,-1 0 0,-2-1 0,-22-15 0,26 17 0,-22-11 0,-45-14 0,47 18 0,0 0 0,-36-20 0,-66-39 0,14-15 0,99 72 0,1 0 0,0 0 0,1-1 0,0 0 0,0 0 0,1-1 0,1 0 0,-8-19 0,-19-34 0,15 37 0,0-1 0,2 0 0,1-1 0,2-1 0,0 0 0,3-1 0,-12-57 0,14 46 0,3 25 0,1 0 0,1 0 0,1-24 0,1 35 0,0 1 0,1-1 0,0 1 0,0 0 0,1-1 0,-1 1 0,1 0 0,0 0 0,1 0 0,-1 0 0,1 0 0,0 1 0,0-1 0,7-7 0,1 3 0,0-1 0,1 2 0,0-1 0,0 2 0,1 0 0,-1 0 0,15-5 0,44-24 0,-24 8 0,2 1 0,1 3 0,1 1 0,0 3 0,55-13 0,-72 27 0,1 1 0,-1 2 0,0 1 0,52 4 0,-12 0 0,-70-2 0,1 0 0,-1 1 0,1-1 0,-1 1 0,1 0 0,-1 1 0,0-1 0,1 1 0,-1 0 0,0 0 0,0 0 0,0 0 0,-1 1 0,1 0 0,0-1 0,-1 1 0,0 1 0,0-1 0,4 5 0,4 8 0,-1 0 0,0 0 0,11 28 0,-13-26 0,20 33 0,-6-14 0,-1 0 0,-2 2 0,21 61 0,-13-3 0,-19-65 0,15 39 0,-17-53 0,-1-1 0,0 1 0,-2 0 0,0 0 0,1 25 0,-5 95 0,-1-52 0,2-75 0,1 14 0,-1 0 0,-1 0 0,-1 0 0,-1 0 0,-1-1 0,-1 1 0,-13 34 0,15-52 0,-1 3 0,0 0 0,-1 0 0,0 0 0,0 0 0,-12 14 0,15-21 0,-1-1 0,0 0 0,0 1 0,0-1 0,0 0 0,0 0 0,0-1 0,0 1 0,-1 0 0,1-1 0,-1 0 0,1 0 0,-1 0 0,1 0 0,-1-1 0,0 0 0,1 1 0,-1-1 0,0 0 0,-6-2 0,0 0-114,1 0 1,0-1-1,0 0 0,1-1 0,-1 0 1,1 0-1,0-1 0,0 0 0,0 0 1,0-1-1,-8-9 0,-2-1-6712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9:49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1 24575,'-13'71'0,"8"-50"0,-1 0 0,0 0 0,-2-1 0,-1 0 0,0-1 0,-2 1 0,-12 17 0,-26 53 0,38-69 0,-1-1 0,-18 24 0,17-25 0,1 0 0,-15 30 0,26-47 0,0 1 0,1-1 0,0 1 0,-1-1 0,1 1 0,0-1 0,0 0 0,0 1 0,0-1 0,1 1 0,-1-1 0,1 1 0,-1-1 0,1 0 0,0 1 0,0-1 0,0 0 0,0 0 0,0 1 0,1-1 0,-1 0 0,1 0 0,-1 0 0,1-1 0,0 1 0,0 0 0,-1-1 0,1 1 0,0-1 0,3 2 0,9 6 0,-1 0 0,2-1 0,19 8 0,-33-16 0,63 22 0,-48-17 0,0 0 0,31 15 0,-28-9 0,-1 1 0,-1 1 0,0 1 0,20 21 0,-28-25 0,0 1 0,11 18 0,4 5 0,-18-25 0,0 1 0,0 0 0,0 1 0,-2-1 0,1 1 0,-1 0 0,-1 0 0,0 0 0,2 14 0,-2-2 0,-1 0 0,-1 0 0,-2 39 0,0-59 0,1 0 0,0-1 0,-1 1 0,0 0 0,0 0 0,0 0 0,0 0 0,0-1 0,-1 1 0,1 0 0,-1-1 0,1 1 0,-1-1 0,0 0 0,0 0 0,0 0 0,0 0 0,-1 0 0,1 0 0,0 0 0,-1 0 0,1-1 0,-1 0 0,0 1 0,0-1 0,1 0 0,-1 0 0,0-1 0,-5 2 0,-9 0 0,0 0 0,0-1 0,1-1 0,-23-2 0,3 0 0,-9 2 0,0 1 0,1 2 0,-75 16 0,103-16-202,1-1 0,-1-1 0,-25-1 0,34 0-355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04:59:49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24575,'4'1'0,"-1"0"0,0 1 0,-1-1 0,1 1 0,0-1 0,0 1 0,-1 0 0,1 0 0,-1 0 0,1 1 0,-1-1 0,0 1 0,0-1 0,3 6 0,13 11 0,126 83 0,-121-90 0,0 0 0,1-1 0,47 15 0,31 13 0,-84-31-1365,-1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1" y="1496484"/>
            <a:ext cx="5814457" cy="3183467"/>
          </a:xfrm>
        </p:spPr>
        <p:txBody>
          <a:bodyPr anchor="b"/>
          <a:lstStyle>
            <a:lvl1pPr algn="ctr">
              <a:defRPr sz="44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4802717"/>
            <a:ext cx="5130404" cy="2207683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031" indent="0" algn="ctr">
              <a:buNone/>
              <a:defRPr sz="1496"/>
            </a:lvl2pPr>
            <a:lvl3pPr marL="684063" indent="0" algn="ctr">
              <a:buNone/>
              <a:defRPr sz="1347"/>
            </a:lvl3pPr>
            <a:lvl4pPr marL="1026094" indent="0" algn="ctr">
              <a:buNone/>
              <a:defRPr sz="1197"/>
            </a:lvl4pPr>
            <a:lvl5pPr marL="1368125" indent="0" algn="ctr">
              <a:buNone/>
              <a:defRPr sz="1197"/>
            </a:lvl5pPr>
            <a:lvl6pPr marL="1710157" indent="0" algn="ctr">
              <a:buNone/>
              <a:defRPr sz="1197"/>
            </a:lvl6pPr>
            <a:lvl7pPr marL="2052188" indent="0" algn="ctr">
              <a:buNone/>
              <a:defRPr sz="1197"/>
            </a:lvl7pPr>
            <a:lvl8pPr marL="2394219" indent="0" algn="ctr">
              <a:buNone/>
              <a:defRPr sz="1197"/>
            </a:lvl8pPr>
            <a:lvl9pPr marL="2736251" indent="0" algn="ctr">
              <a:buNone/>
              <a:defRPr sz="119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660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94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2279653"/>
            <a:ext cx="5899964" cy="3803649"/>
          </a:xfrm>
        </p:spPr>
        <p:txBody>
          <a:bodyPr anchor="b"/>
          <a:lstStyle>
            <a:lvl1pPr>
              <a:defRPr sz="44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6119286"/>
            <a:ext cx="5899964" cy="2000249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1pPr>
            <a:lvl2pPr marL="342031" indent="0">
              <a:buNone/>
              <a:defRPr sz="1496">
                <a:solidFill>
                  <a:schemeClr val="tx1">
                    <a:tint val="82000"/>
                  </a:schemeClr>
                </a:solidFill>
              </a:defRPr>
            </a:lvl2pPr>
            <a:lvl3pPr marL="684063" indent="0">
              <a:buNone/>
              <a:defRPr sz="1347">
                <a:solidFill>
                  <a:schemeClr val="tx1">
                    <a:tint val="82000"/>
                  </a:schemeClr>
                </a:solidFill>
              </a:defRPr>
            </a:lvl3pPr>
            <a:lvl4pPr marL="1026094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4pPr>
            <a:lvl5pPr marL="1368125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5pPr>
            <a:lvl6pPr marL="1710157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6pPr>
            <a:lvl7pPr marL="2052188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7pPr>
            <a:lvl8pPr marL="2394219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8pPr>
            <a:lvl9pPr marL="2736251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93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2434167"/>
            <a:ext cx="2907229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2434167"/>
            <a:ext cx="2907229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09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486836"/>
            <a:ext cx="5899964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9" y="2241551"/>
            <a:ext cx="2893868" cy="1098549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9" y="3340100"/>
            <a:ext cx="2893868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3" y="2241551"/>
            <a:ext cx="2908120" cy="1098549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3" y="3340100"/>
            <a:ext cx="2908120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284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866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830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609600"/>
            <a:ext cx="2206252" cy="2133600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1316569"/>
            <a:ext cx="3463022" cy="6498167"/>
          </a:xfrm>
        </p:spPr>
        <p:txBody>
          <a:bodyPr/>
          <a:lstStyle>
            <a:lvl1pPr>
              <a:defRPr sz="2394"/>
            </a:lvl1pPr>
            <a:lvl2pPr>
              <a:defRPr sz="2095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743200"/>
            <a:ext cx="2206252" cy="5082117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04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609600"/>
            <a:ext cx="2206252" cy="2133600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1316569"/>
            <a:ext cx="3463022" cy="6498167"/>
          </a:xfrm>
        </p:spPr>
        <p:txBody>
          <a:bodyPr anchor="t"/>
          <a:lstStyle>
            <a:lvl1pPr marL="0" indent="0">
              <a:buNone/>
              <a:defRPr sz="2394"/>
            </a:lvl1pPr>
            <a:lvl2pPr marL="342031" indent="0">
              <a:buNone/>
              <a:defRPr sz="2095"/>
            </a:lvl2pPr>
            <a:lvl3pPr marL="684063" indent="0">
              <a:buNone/>
              <a:defRPr sz="1795"/>
            </a:lvl3pPr>
            <a:lvl4pPr marL="1026094" indent="0">
              <a:buNone/>
              <a:defRPr sz="1496"/>
            </a:lvl4pPr>
            <a:lvl5pPr marL="1368125" indent="0">
              <a:buNone/>
              <a:defRPr sz="1496"/>
            </a:lvl5pPr>
            <a:lvl6pPr marL="1710157" indent="0">
              <a:buNone/>
              <a:defRPr sz="1496"/>
            </a:lvl6pPr>
            <a:lvl7pPr marL="2052188" indent="0">
              <a:buNone/>
              <a:defRPr sz="1496"/>
            </a:lvl7pPr>
            <a:lvl8pPr marL="2394219" indent="0">
              <a:buNone/>
              <a:defRPr sz="1496"/>
            </a:lvl8pPr>
            <a:lvl9pPr marL="2736251" indent="0">
              <a:buNone/>
              <a:defRPr sz="1496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743200"/>
            <a:ext cx="2206252" cy="5082117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3295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28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486834"/>
            <a:ext cx="1474991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8" y="486834"/>
            <a:ext cx="4339466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78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486836"/>
            <a:ext cx="5899964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2434167"/>
            <a:ext cx="5899964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8475136"/>
            <a:ext cx="153912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F9BCE-3E67-4831-ACED-28C2442EB62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8475136"/>
            <a:ext cx="2308682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8475136"/>
            <a:ext cx="153912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5BE87-82CF-411A-B93A-6A23178E79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04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4063" rtl="0" eaLnBrk="1" latinLnBrk="0" hangingPunct="1">
        <a:lnSpc>
          <a:spcPct val="90000"/>
        </a:lnSpc>
        <a:spcBef>
          <a:spcPct val="0"/>
        </a:spcBef>
        <a:buNone/>
        <a:defRPr kumimoji="1" sz="3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16" indent="-171016" algn="l" defTabSz="684063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kumimoji="1"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13047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kumimoji="1"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5078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kumimoji="1"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7110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539141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881172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223204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565235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907266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063" rtl="0" eaLnBrk="1" latinLnBrk="0" hangingPunct="1"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1pPr>
      <a:lvl2pPr marL="342031" algn="l" defTabSz="684063" rtl="0" eaLnBrk="1" latinLnBrk="0" hangingPunct="1"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2pPr>
      <a:lvl3pPr marL="684063" algn="l" defTabSz="684063" rtl="0" eaLnBrk="1" latinLnBrk="0" hangingPunct="1"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3pPr>
      <a:lvl4pPr marL="1026094" algn="l" defTabSz="684063" rtl="0" eaLnBrk="1" latinLnBrk="0" hangingPunct="1"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368125" algn="l" defTabSz="684063" rtl="0" eaLnBrk="1" latinLnBrk="0" hangingPunct="1"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710157" algn="l" defTabSz="684063" rtl="0" eaLnBrk="1" latinLnBrk="0" hangingPunct="1"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052188" algn="l" defTabSz="684063" rtl="0" eaLnBrk="1" latinLnBrk="0" hangingPunct="1"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394219" algn="l" defTabSz="684063" rtl="0" eaLnBrk="1" latinLnBrk="0" hangingPunct="1"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736251" algn="l" defTabSz="684063" rtl="0" eaLnBrk="1" latinLnBrk="0" hangingPunct="1">
        <a:defRPr kumimoji="1" sz="1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jp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14.xml"/><Relationship Id="rId18" Type="http://schemas.openxmlformats.org/officeDocument/2006/relationships/image" Target="../media/image17.png"/><Relationship Id="rId3" Type="http://schemas.openxmlformats.org/officeDocument/2006/relationships/customXml" Target="../ink/ink9.xml"/><Relationship Id="rId21" Type="http://schemas.openxmlformats.org/officeDocument/2006/relationships/customXml" Target="../ink/ink18.xml"/><Relationship Id="rId7" Type="http://schemas.openxmlformats.org/officeDocument/2006/relationships/customXml" Target="../ink/ink11.xml"/><Relationship Id="rId12" Type="http://schemas.openxmlformats.org/officeDocument/2006/relationships/image" Target="../media/image14.png"/><Relationship Id="rId17" Type="http://schemas.openxmlformats.org/officeDocument/2006/relationships/customXml" Target="../ink/ink16.xml"/><Relationship Id="rId2" Type="http://schemas.openxmlformats.org/officeDocument/2006/relationships/image" Target="../media/image1.jp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10" Type="http://schemas.openxmlformats.org/officeDocument/2006/relationships/image" Target="../media/image13.png"/><Relationship Id="rId19" Type="http://schemas.openxmlformats.org/officeDocument/2006/relationships/customXml" Target="../ink/ink17.xml"/><Relationship Id="rId4" Type="http://schemas.openxmlformats.org/officeDocument/2006/relationships/image" Target="../media/image10.png"/><Relationship Id="rId9" Type="http://schemas.openxmlformats.org/officeDocument/2006/relationships/customXml" Target="../ink/ink12.xml"/><Relationship Id="rId14" Type="http://schemas.openxmlformats.org/officeDocument/2006/relationships/image" Target="../media/image15.png"/><Relationship Id="rId22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24.xml"/><Relationship Id="rId18" Type="http://schemas.openxmlformats.org/officeDocument/2006/relationships/image" Target="../media/image27.png"/><Relationship Id="rId26" Type="http://schemas.openxmlformats.org/officeDocument/2006/relationships/image" Target="../media/image31.png"/><Relationship Id="rId3" Type="http://schemas.openxmlformats.org/officeDocument/2006/relationships/customXml" Target="../ink/ink19.xml"/><Relationship Id="rId21" Type="http://schemas.openxmlformats.org/officeDocument/2006/relationships/customXml" Target="../ink/ink28.xml"/><Relationship Id="rId7" Type="http://schemas.openxmlformats.org/officeDocument/2006/relationships/customXml" Target="../ink/ink21.xml"/><Relationship Id="rId12" Type="http://schemas.openxmlformats.org/officeDocument/2006/relationships/image" Target="../media/image24.png"/><Relationship Id="rId17" Type="http://schemas.openxmlformats.org/officeDocument/2006/relationships/customXml" Target="../ink/ink26.xml"/><Relationship Id="rId25" Type="http://schemas.openxmlformats.org/officeDocument/2006/relationships/customXml" Target="../ink/ink30.xml"/><Relationship Id="rId2" Type="http://schemas.openxmlformats.org/officeDocument/2006/relationships/image" Target="../media/image1.jpg"/><Relationship Id="rId16" Type="http://schemas.openxmlformats.org/officeDocument/2006/relationships/image" Target="../media/image2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customXml" Target="../ink/ink23.xml"/><Relationship Id="rId24" Type="http://schemas.openxmlformats.org/officeDocument/2006/relationships/image" Target="../media/image30.png"/><Relationship Id="rId5" Type="http://schemas.openxmlformats.org/officeDocument/2006/relationships/customXml" Target="../ink/ink20.xml"/><Relationship Id="rId15" Type="http://schemas.openxmlformats.org/officeDocument/2006/relationships/customXml" Target="../ink/ink25.xml"/><Relationship Id="rId23" Type="http://schemas.openxmlformats.org/officeDocument/2006/relationships/customXml" Target="../ink/ink29.xml"/><Relationship Id="rId28" Type="http://schemas.openxmlformats.org/officeDocument/2006/relationships/image" Target="../media/image32.png"/><Relationship Id="rId10" Type="http://schemas.openxmlformats.org/officeDocument/2006/relationships/image" Target="../media/image23.png"/><Relationship Id="rId19" Type="http://schemas.openxmlformats.org/officeDocument/2006/relationships/customXml" Target="../ink/ink27.xml"/><Relationship Id="rId4" Type="http://schemas.openxmlformats.org/officeDocument/2006/relationships/image" Target="../media/image20.png"/><Relationship Id="rId9" Type="http://schemas.openxmlformats.org/officeDocument/2006/relationships/customXml" Target="../ink/ink22.xml"/><Relationship Id="rId14" Type="http://schemas.openxmlformats.org/officeDocument/2006/relationships/image" Target="../media/image25.png"/><Relationship Id="rId22" Type="http://schemas.openxmlformats.org/officeDocument/2006/relationships/image" Target="../media/image29.png"/><Relationship Id="rId27" Type="http://schemas.openxmlformats.org/officeDocument/2006/relationships/customXml" Target="../ink/ink3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customXml" Target="../ink/ink37.xml"/><Relationship Id="rId18" Type="http://schemas.openxmlformats.org/officeDocument/2006/relationships/image" Target="../media/image40.png"/><Relationship Id="rId3" Type="http://schemas.openxmlformats.org/officeDocument/2006/relationships/customXml" Target="../ink/ink32.xml"/><Relationship Id="rId21" Type="http://schemas.openxmlformats.org/officeDocument/2006/relationships/customXml" Target="../ink/ink41.xml"/><Relationship Id="rId7" Type="http://schemas.openxmlformats.org/officeDocument/2006/relationships/customXml" Target="../ink/ink34.xml"/><Relationship Id="rId12" Type="http://schemas.openxmlformats.org/officeDocument/2006/relationships/image" Target="../media/image37.png"/><Relationship Id="rId17" Type="http://schemas.openxmlformats.org/officeDocument/2006/relationships/customXml" Target="../ink/ink39.xml"/><Relationship Id="rId2" Type="http://schemas.openxmlformats.org/officeDocument/2006/relationships/image" Target="../media/image1.jpg"/><Relationship Id="rId16" Type="http://schemas.openxmlformats.org/officeDocument/2006/relationships/image" Target="../media/image39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customXml" Target="../ink/ink36.xml"/><Relationship Id="rId24" Type="http://schemas.openxmlformats.org/officeDocument/2006/relationships/image" Target="../media/image43.png"/><Relationship Id="rId5" Type="http://schemas.openxmlformats.org/officeDocument/2006/relationships/customXml" Target="../ink/ink33.xml"/><Relationship Id="rId15" Type="http://schemas.openxmlformats.org/officeDocument/2006/relationships/customXml" Target="../ink/ink38.xml"/><Relationship Id="rId23" Type="http://schemas.openxmlformats.org/officeDocument/2006/relationships/customXml" Target="../ink/ink42.xml"/><Relationship Id="rId10" Type="http://schemas.openxmlformats.org/officeDocument/2006/relationships/image" Target="../media/image36.png"/><Relationship Id="rId19" Type="http://schemas.openxmlformats.org/officeDocument/2006/relationships/customXml" Target="../ink/ink40.xml"/><Relationship Id="rId4" Type="http://schemas.openxmlformats.org/officeDocument/2006/relationships/image" Target="../media/image33.png"/><Relationship Id="rId9" Type="http://schemas.openxmlformats.org/officeDocument/2006/relationships/customXml" Target="../ink/ink35.xml"/><Relationship Id="rId14" Type="http://schemas.openxmlformats.org/officeDocument/2006/relationships/image" Target="../media/image38.png"/><Relationship Id="rId22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customXml" Target="../ink/ink48.xml"/><Relationship Id="rId18" Type="http://schemas.openxmlformats.org/officeDocument/2006/relationships/image" Target="../media/image51.png"/><Relationship Id="rId3" Type="http://schemas.openxmlformats.org/officeDocument/2006/relationships/customXml" Target="../ink/ink43.xml"/><Relationship Id="rId21" Type="http://schemas.openxmlformats.org/officeDocument/2006/relationships/customXml" Target="../ink/ink52.xml"/><Relationship Id="rId7" Type="http://schemas.openxmlformats.org/officeDocument/2006/relationships/customXml" Target="../ink/ink45.xml"/><Relationship Id="rId12" Type="http://schemas.openxmlformats.org/officeDocument/2006/relationships/image" Target="../media/image48.png"/><Relationship Id="rId17" Type="http://schemas.openxmlformats.org/officeDocument/2006/relationships/customXml" Target="../ink/ink50.xml"/><Relationship Id="rId2" Type="http://schemas.openxmlformats.org/officeDocument/2006/relationships/image" Target="../media/image1.jpg"/><Relationship Id="rId16" Type="http://schemas.openxmlformats.org/officeDocument/2006/relationships/image" Target="../media/image50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customXml" Target="../ink/ink47.xml"/><Relationship Id="rId5" Type="http://schemas.openxmlformats.org/officeDocument/2006/relationships/customXml" Target="../ink/ink44.xml"/><Relationship Id="rId15" Type="http://schemas.openxmlformats.org/officeDocument/2006/relationships/customXml" Target="../ink/ink49.xml"/><Relationship Id="rId10" Type="http://schemas.openxmlformats.org/officeDocument/2006/relationships/image" Target="../media/image47.png"/><Relationship Id="rId19" Type="http://schemas.openxmlformats.org/officeDocument/2006/relationships/customXml" Target="../ink/ink51.xml"/><Relationship Id="rId4" Type="http://schemas.openxmlformats.org/officeDocument/2006/relationships/image" Target="../media/image44.png"/><Relationship Id="rId9" Type="http://schemas.openxmlformats.org/officeDocument/2006/relationships/customXml" Target="../ink/ink46.xml"/><Relationship Id="rId14" Type="http://schemas.openxmlformats.org/officeDocument/2006/relationships/image" Target="../media/image49.png"/><Relationship Id="rId22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文字の書かれた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D6E2A61-D7E4-C1BE-3CA5-BF2DA6A1A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1"/>
            <a:ext cx="6840538" cy="91207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63E38836-69C8-FF58-B6C4-7CFAF4A6792A}"/>
                  </a:ext>
                </a:extLst>
              </p14:cNvPr>
              <p14:cNvContentPartPr/>
              <p14:nvPr/>
            </p14:nvContentPartPr>
            <p14:xfrm>
              <a:off x="237680" y="96280"/>
              <a:ext cx="163080" cy="26892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63E38836-69C8-FF58-B6C4-7CFAF4A679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040" y="78640"/>
                <a:ext cx="19872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1E9F4AEF-D994-7177-0A2B-947B3A93FBEA}"/>
                  </a:ext>
                </a:extLst>
              </p14:cNvPr>
              <p14:cNvContentPartPr/>
              <p14:nvPr/>
            </p14:nvContentPartPr>
            <p14:xfrm>
              <a:off x="248480" y="157120"/>
              <a:ext cx="162720" cy="20520"/>
            </p14:xfrm>
          </p:contentPart>
        </mc:Choice>
        <mc:Fallback xmlns=""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1E9F4AEF-D994-7177-0A2B-947B3A93FB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840" y="139480"/>
                <a:ext cx="1983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インク 13">
                <a:extLst>
                  <a:ext uri="{FF2B5EF4-FFF2-40B4-BE49-F238E27FC236}">
                    <a16:creationId xmlns:a16="http://schemas.microsoft.com/office/drawing/2014/main" id="{CEBACE66-B57E-745E-355A-E3D9BF326D63}"/>
                  </a:ext>
                </a:extLst>
              </p14:cNvPr>
              <p14:cNvContentPartPr/>
              <p14:nvPr/>
            </p14:nvContentPartPr>
            <p14:xfrm>
              <a:off x="2201120" y="1867720"/>
              <a:ext cx="349920" cy="349560"/>
            </p14:xfrm>
          </p:contentPart>
        </mc:Choice>
        <mc:Fallback xmlns="">
          <p:pic>
            <p:nvPicPr>
              <p:cNvPr id="14" name="インク 13">
                <a:extLst>
                  <a:ext uri="{FF2B5EF4-FFF2-40B4-BE49-F238E27FC236}">
                    <a16:creationId xmlns:a16="http://schemas.microsoft.com/office/drawing/2014/main" id="{CEBACE66-B57E-745E-355A-E3D9BF326D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83480" y="1849720"/>
                <a:ext cx="38556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AD7BF820-1CD9-8295-E306-A684420E1863}"/>
                  </a:ext>
                </a:extLst>
              </p14:cNvPr>
              <p14:cNvContentPartPr/>
              <p14:nvPr/>
            </p14:nvContentPartPr>
            <p14:xfrm>
              <a:off x="2096720" y="2945920"/>
              <a:ext cx="424440" cy="32652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AD7BF820-1CD9-8295-E306-A684420E186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79080" y="2927920"/>
                <a:ext cx="4600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0CC86D75-791C-E85F-372C-7EF0DB3A3CC5}"/>
                  </a:ext>
                </a:extLst>
              </p14:cNvPr>
              <p14:cNvContentPartPr/>
              <p14:nvPr/>
            </p14:nvContentPartPr>
            <p14:xfrm>
              <a:off x="3529880" y="3367600"/>
              <a:ext cx="366840" cy="30600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0CC86D75-791C-E85F-372C-7EF0DB3A3C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11880" y="3349600"/>
                <a:ext cx="4024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B3A5264E-D65A-B685-924E-5304A78957E3}"/>
                  </a:ext>
                </a:extLst>
              </p14:cNvPr>
              <p14:cNvContentPartPr/>
              <p14:nvPr/>
            </p14:nvContentPartPr>
            <p14:xfrm>
              <a:off x="927800" y="4195600"/>
              <a:ext cx="373320" cy="43236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B3A5264E-D65A-B685-924E-5304A78957E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0160" y="4177600"/>
                <a:ext cx="40896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インク 20">
                <a:extLst>
                  <a:ext uri="{FF2B5EF4-FFF2-40B4-BE49-F238E27FC236}">
                    <a16:creationId xmlns:a16="http://schemas.microsoft.com/office/drawing/2014/main" id="{8DBF4586-297F-0116-AFDA-1786F0A228C7}"/>
                  </a:ext>
                </a:extLst>
              </p14:cNvPr>
              <p14:cNvContentPartPr/>
              <p14:nvPr/>
            </p14:nvContentPartPr>
            <p14:xfrm>
              <a:off x="2153240" y="5566480"/>
              <a:ext cx="291240" cy="302040"/>
            </p14:xfrm>
          </p:contentPart>
        </mc:Choice>
        <mc:Fallback xmlns="">
          <p:pic>
            <p:nvPicPr>
              <p:cNvPr id="21" name="インク 20">
                <a:extLst>
                  <a:ext uri="{FF2B5EF4-FFF2-40B4-BE49-F238E27FC236}">
                    <a16:creationId xmlns:a16="http://schemas.microsoft.com/office/drawing/2014/main" id="{8DBF4586-297F-0116-AFDA-1786F0A228C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35240" y="5548840"/>
                <a:ext cx="32688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インク 21">
                <a:extLst>
                  <a:ext uri="{FF2B5EF4-FFF2-40B4-BE49-F238E27FC236}">
                    <a16:creationId xmlns:a16="http://schemas.microsoft.com/office/drawing/2014/main" id="{AA556218-DDFF-0DE4-A407-4A5EF51C1B96}"/>
                  </a:ext>
                </a:extLst>
              </p14:cNvPr>
              <p14:cNvContentPartPr/>
              <p14:nvPr/>
            </p14:nvContentPartPr>
            <p14:xfrm>
              <a:off x="863000" y="6790120"/>
              <a:ext cx="326160" cy="348480"/>
            </p14:xfrm>
          </p:contentPart>
        </mc:Choice>
        <mc:Fallback xmlns="">
          <p:pic>
            <p:nvPicPr>
              <p:cNvPr id="22" name="インク 21">
                <a:extLst>
                  <a:ext uri="{FF2B5EF4-FFF2-40B4-BE49-F238E27FC236}">
                    <a16:creationId xmlns:a16="http://schemas.microsoft.com/office/drawing/2014/main" id="{AA556218-DDFF-0DE4-A407-4A5EF51C1B9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5360" y="6772120"/>
                <a:ext cx="361800" cy="3841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967DA1B-910B-53BB-1A47-CDE07322DA16}"/>
              </a:ext>
            </a:extLst>
          </p:cNvPr>
          <p:cNvSpPr txBox="1"/>
          <p:nvPr/>
        </p:nvSpPr>
        <p:spPr>
          <a:xfrm>
            <a:off x="187960" y="8041640"/>
            <a:ext cx="6451600" cy="27699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とても良い勉強になりました。</a:t>
            </a:r>
          </a:p>
        </p:txBody>
      </p:sp>
    </p:spTree>
    <p:extLst>
      <p:ext uri="{BB962C8B-B14F-4D97-AF65-F5344CB8AC3E}">
        <p14:creationId xmlns:p14="http://schemas.microsoft.com/office/powerpoint/2010/main" val="21856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442AA-B409-7570-AB26-D4C1A357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文字の書かれた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28A5F99-FFD2-899F-B30B-274944746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1"/>
            <a:ext cx="6840538" cy="912071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F61B70-5FD9-F0FB-B91B-149749CB276C}"/>
              </a:ext>
            </a:extLst>
          </p:cNvPr>
          <p:cNvSpPr txBox="1"/>
          <p:nvPr/>
        </p:nvSpPr>
        <p:spPr>
          <a:xfrm>
            <a:off x="187960" y="8041640"/>
            <a:ext cx="6451600" cy="27699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初めて知ることばかりで驚きました。</a:t>
            </a:r>
            <a:endParaRPr kumimoji="1" lang="ja-JP" altLang="en-US" sz="12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57032CB6-1DE1-BE32-7191-5FF1CC0D2AE7}"/>
              </a:ext>
            </a:extLst>
          </p:cNvPr>
          <p:cNvGrpSpPr/>
          <p:nvPr/>
        </p:nvGrpSpPr>
        <p:grpSpPr>
          <a:xfrm>
            <a:off x="4921104" y="2285568"/>
            <a:ext cx="322560" cy="270360"/>
            <a:chOff x="4921104" y="2285568"/>
            <a:chExt cx="32256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インク 3">
                  <a:extLst>
                    <a:ext uri="{FF2B5EF4-FFF2-40B4-BE49-F238E27FC236}">
                      <a16:creationId xmlns:a16="http://schemas.microsoft.com/office/drawing/2014/main" id="{539E9DC4-1A08-BB8B-8E79-A0179913ECB0}"/>
                    </a:ext>
                  </a:extLst>
                </p14:cNvPr>
                <p14:cNvContentPartPr/>
                <p14:nvPr/>
              </p14:nvContentPartPr>
              <p14:xfrm>
                <a:off x="4921104" y="2429568"/>
                <a:ext cx="205560" cy="126360"/>
              </p14:xfrm>
            </p:contentPart>
          </mc:Choice>
          <mc:Fallback xmlns="">
            <p:pic>
              <p:nvPicPr>
                <p:cNvPr id="4" name="インク 3">
                  <a:extLst>
                    <a:ext uri="{FF2B5EF4-FFF2-40B4-BE49-F238E27FC236}">
                      <a16:creationId xmlns:a16="http://schemas.microsoft.com/office/drawing/2014/main" id="{539E9DC4-1A08-BB8B-8E79-A0179913ECB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03464" y="2411928"/>
                  <a:ext cx="241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3B297A41-4536-920D-4299-914207C9A7D6}"/>
                    </a:ext>
                  </a:extLst>
                </p14:cNvPr>
                <p14:cNvContentPartPr/>
                <p14:nvPr/>
              </p14:nvContentPartPr>
              <p14:xfrm>
                <a:off x="4949904" y="2285568"/>
                <a:ext cx="293760" cy="250920"/>
              </p14:xfrm>
            </p:contentPart>
          </mc:Choice>
          <mc:Fallback xmlns=""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3B297A41-4536-920D-4299-914207C9A7D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32264" y="2267568"/>
                  <a:ext cx="329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インク 6">
                  <a:extLst>
                    <a:ext uri="{FF2B5EF4-FFF2-40B4-BE49-F238E27FC236}">
                      <a16:creationId xmlns:a16="http://schemas.microsoft.com/office/drawing/2014/main" id="{AA2B3677-426E-AA47-D1B6-5EC72608C91C}"/>
                    </a:ext>
                  </a:extLst>
                </p14:cNvPr>
                <p14:cNvContentPartPr/>
                <p14:nvPr/>
              </p14:nvContentPartPr>
              <p14:xfrm>
                <a:off x="4949904" y="2316528"/>
                <a:ext cx="360" cy="110520"/>
              </p14:xfrm>
            </p:contentPart>
          </mc:Choice>
          <mc:Fallback xmlns="">
            <p:pic>
              <p:nvPicPr>
                <p:cNvPr id="7" name="インク 6">
                  <a:extLst>
                    <a:ext uri="{FF2B5EF4-FFF2-40B4-BE49-F238E27FC236}">
                      <a16:creationId xmlns:a16="http://schemas.microsoft.com/office/drawing/2014/main" id="{AA2B3677-426E-AA47-D1B6-5EC72608C9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32264" y="2298528"/>
                  <a:ext cx="36000" cy="14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D1B808C8-E3F9-1587-1CCD-BDFF23C5B55A}"/>
                  </a:ext>
                </a:extLst>
              </p14:cNvPr>
              <p14:cNvContentPartPr/>
              <p14:nvPr/>
            </p14:nvContentPartPr>
            <p14:xfrm>
              <a:off x="3649944" y="2978928"/>
              <a:ext cx="390960" cy="26496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D1B808C8-E3F9-1587-1CCD-BDFF23C5B5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31944" y="2960928"/>
                <a:ext cx="4266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68323117-B954-EA6F-4E0B-E9E801E97DB8}"/>
                  </a:ext>
                </a:extLst>
              </p14:cNvPr>
              <p14:cNvContentPartPr/>
              <p14:nvPr/>
            </p14:nvContentPartPr>
            <p14:xfrm>
              <a:off x="2169624" y="3363048"/>
              <a:ext cx="341280" cy="258120"/>
            </p14:xfrm>
          </p:contentPart>
        </mc:Choice>
        <mc:Fallback xmlns=""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68323117-B954-EA6F-4E0B-E9E801E97DB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51624" y="3345408"/>
                <a:ext cx="37692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0321C64C-0CE1-FA8E-B462-E1D197934A6B}"/>
                  </a:ext>
                </a:extLst>
              </p14:cNvPr>
              <p14:cNvContentPartPr/>
              <p14:nvPr/>
            </p14:nvContentPartPr>
            <p14:xfrm>
              <a:off x="3193464" y="4223448"/>
              <a:ext cx="489240" cy="361440"/>
            </p14:xfrm>
          </p:contentPart>
        </mc:Choice>
        <mc:Fallback xmlns=""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0321C64C-0CE1-FA8E-B462-E1D197934A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75824" y="4205808"/>
                <a:ext cx="52488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E7C61290-6F07-FA90-1FF5-ADF362994695}"/>
                  </a:ext>
                </a:extLst>
              </p14:cNvPr>
              <p14:cNvContentPartPr/>
              <p14:nvPr/>
            </p14:nvContentPartPr>
            <p14:xfrm>
              <a:off x="2070624" y="5460408"/>
              <a:ext cx="453960" cy="44712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E7C61290-6F07-FA90-1FF5-ADF36299469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52624" y="5442408"/>
                <a:ext cx="48960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0DB0F1BE-0900-1088-79A0-C4DDA70BDA89}"/>
                  </a:ext>
                </a:extLst>
              </p14:cNvPr>
              <p14:cNvContentPartPr/>
              <p14:nvPr/>
            </p14:nvContentPartPr>
            <p14:xfrm>
              <a:off x="2181144" y="1882656"/>
              <a:ext cx="367920" cy="367200"/>
            </p14:xfrm>
          </p:contentPart>
        </mc:Choice>
        <mc:Fallback xmlns=""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0DB0F1BE-0900-1088-79A0-C4DDA70BDA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63144" y="1864656"/>
                <a:ext cx="40356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インク 13">
                <a:extLst>
                  <a:ext uri="{FF2B5EF4-FFF2-40B4-BE49-F238E27FC236}">
                    <a16:creationId xmlns:a16="http://schemas.microsoft.com/office/drawing/2014/main" id="{7AE379F1-EB78-7EA4-D050-55C0CF0B50D4}"/>
                  </a:ext>
                </a:extLst>
              </p14:cNvPr>
              <p14:cNvContentPartPr/>
              <p14:nvPr/>
            </p14:nvContentPartPr>
            <p14:xfrm>
              <a:off x="3332424" y="6839832"/>
              <a:ext cx="326520" cy="341640"/>
            </p14:xfrm>
          </p:contentPart>
        </mc:Choice>
        <mc:Fallback xmlns="">
          <p:pic>
            <p:nvPicPr>
              <p:cNvPr id="14" name="インク 13">
                <a:extLst>
                  <a:ext uri="{FF2B5EF4-FFF2-40B4-BE49-F238E27FC236}">
                    <a16:creationId xmlns:a16="http://schemas.microsoft.com/office/drawing/2014/main" id="{7AE379F1-EB78-7EA4-D050-55C0CF0B50D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14424" y="6822192"/>
                <a:ext cx="36216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7B65EF48-CFAA-F227-EB90-4E06443B2898}"/>
                  </a:ext>
                </a:extLst>
              </p14:cNvPr>
              <p14:cNvContentPartPr/>
              <p14:nvPr/>
            </p14:nvContentPartPr>
            <p14:xfrm>
              <a:off x="207680" y="71080"/>
              <a:ext cx="230400" cy="34308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7B65EF48-CFAA-F227-EB90-4E06443B289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90040" y="53080"/>
                <a:ext cx="266040" cy="37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2086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0F98F-3197-4F31-FFD4-FDC36242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文字の書かれた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51AD8F3-D49C-0624-4F73-81726343F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1"/>
            <a:ext cx="6840538" cy="912071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B3F3F1-1CF2-42CD-B1E0-148F9BDB340B}"/>
              </a:ext>
            </a:extLst>
          </p:cNvPr>
          <p:cNvSpPr txBox="1"/>
          <p:nvPr/>
        </p:nvSpPr>
        <p:spPr>
          <a:xfrm>
            <a:off x="187960" y="8041640"/>
            <a:ext cx="6451600" cy="27699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공장 설명이 어려웠습니다</a:t>
            </a:r>
            <a:r>
              <a:rPr lang="en-US" altLang="ko-KR" sz="1200" dirty="0"/>
              <a:t>.</a:t>
            </a:r>
            <a:endParaRPr kumimoji="1" lang="ja-JP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インク 20">
                <a:extLst>
                  <a:ext uri="{FF2B5EF4-FFF2-40B4-BE49-F238E27FC236}">
                    <a16:creationId xmlns:a16="http://schemas.microsoft.com/office/drawing/2014/main" id="{5DB7A669-89C2-07C4-0C02-F8AA46F20F1A}"/>
                  </a:ext>
                </a:extLst>
              </p14:cNvPr>
              <p14:cNvContentPartPr/>
              <p14:nvPr/>
            </p14:nvContentPartPr>
            <p14:xfrm>
              <a:off x="5028744" y="2299872"/>
              <a:ext cx="282600" cy="297360"/>
            </p14:xfrm>
          </p:contentPart>
        </mc:Choice>
        <mc:Fallback xmlns="">
          <p:pic>
            <p:nvPicPr>
              <p:cNvPr id="21" name="インク 20">
                <a:extLst>
                  <a:ext uri="{FF2B5EF4-FFF2-40B4-BE49-F238E27FC236}">
                    <a16:creationId xmlns:a16="http://schemas.microsoft.com/office/drawing/2014/main" id="{5DB7A669-89C2-07C4-0C02-F8AA46F20F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0744" y="2282232"/>
                <a:ext cx="31824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インク 21">
                <a:extLst>
                  <a:ext uri="{FF2B5EF4-FFF2-40B4-BE49-F238E27FC236}">
                    <a16:creationId xmlns:a16="http://schemas.microsoft.com/office/drawing/2014/main" id="{18A8198C-02E7-035B-C8A5-DC6CFD443365}"/>
                  </a:ext>
                </a:extLst>
              </p14:cNvPr>
              <p14:cNvContentPartPr/>
              <p14:nvPr/>
            </p14:nvContentPartPr>
            <p14:xfrm>
              <a:off x="6405384" y="2308872"/>
              <a:ext cx="258120" cy="292320"/>
            </p14:xfrm>
          </p:contentPart>
        </mc:Choice>
        <mc:Fallback xmlns="">
          <p:pic>
            <p:nvPicPr>
              <p:cNvPr id="22" name="インク 21">
                <a:extLst>
                  <a:ext uri="{FF2B5EF4-FFF2-40B4-BE49-F238E27FC236}">
                    <a16:creationId xmlns:a16="http://schemas.microsoft.com/office/drawing/2014/main" id="{18A8198C-02E7-035B-C8A5-DC6CFD4433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7744" y="2290872"/>
                <a:ext cx="2937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インク 22">
                <a:extLst>
                  <a:ext uri="{FF2B5EF4-FFF2-40B4-BE49-F238E27FC236}">
                    <a16:creationId xmlns:a16="http://schemas.microsoft.com/office/drawing/2014/main" id="{2B4DD027-1E15-D5AE-1E5F-4770779B02D7}"/>
                  </a:ext>
                </a:extLst>
              </p14:cNvPr>
              <p14:cNvContentPartPr/>
              <p14:nvPr/>
            </p14:nvContentPartPr>
            <p14:xfrm>
              <a:off x="2277984" y="2704512"/>
              <a:ext cx="174240" cy="230040"/>
            </p14:xfrm>
          </p:contentPart>
        </mc:Choice>
        <mc:Fallback xmlns="">
          <p:pic>
            <p:nvPicPr>
              <p:cNvPr id="23" name="インク 22">
                <a:extLst>
                  <a:ext uri="{FF2B5EF4-FFF2-40B4-BE49-F238E27FC236}">
                    <a16:creationId xmlns:a16="http://schemas.microsoft.com/office/drawing/2014/main" id="{2B4DD027-1E15-D5AE-1E5F-4770779B02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0344" y="2686872"/>
                <a:ext cx="20988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インク 23">
                <a:extLst>
                  <a:ext uri="{FF2B5EF4-FFF2-40B4-BE49-F238E27FC236}">
                    <a16:creationId xmlns:a16="http://schemas.microsoft.com/office/drawing/2014/main" id="{C1C2E1F8-21F7-1F2E-BB15-442B36A5F9CB}"/>
                  </a:ext>
                </a:extLst>
              </p14:cNvPr>
              <p14:cNvContentPartPr/>
              <p14:nvPr/>
            </p14:nvContentPartPr>
            <p14:xfrm>
              <a:off x="3670824" y="2669952"/>
              <a:ext cx="377280" cy="232200"/>
            </p14:xfrm>
          </p:contentPart>
        </mc:Choice>
        <mc:Fallback xmlns="">
          <p:pic>
            <p:nvPicPr>
              <p:cNvPr id="24" name="インク 23">
                <a:extLst>
                  <a:ext uri="{FF2B5EF4-FFF2-40B4-BE49-F238E27FC236}">
                    <a16:creationId xmlns:a16="http://schemas.microsoft.com/office/drawing/2014/main" id="{C1C2E1F8-21F7-1F2E-BB15-442B36A5F9C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52824" y="2651952"/>
                <a:ext cx="4129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インク 24">
                <a:extLst>
                  <a:ext uri="{FF2B5EF4-FFF2-40B4-BE49-F238E27FC236}">
                    <a16:creationId xmlns:a16="http://schemas.microsoft.com/office/drawing/2014/main" id="{55B29965-3458-AC9A-50A4-DD7943644636}"/>
                  </a:ext>
                </a:extLst>
              </p14:cNvPr>
              <p14:cNvContentPartPr/>
              <p14:nvPr/>
            </p14:nvContentPartPr>
            <p14:xfrm>
              <a:off x="5015784" y="2719992"/>
              <a:ext cx="215640" cy="271800"/>
            </p14:xfrm>
          </p:contentPart>
        </mc:Choice>
        <mc:Fallback xmlns="">
          <p:pic>
            <p:nvPicPr>
              <p:cNvPr id="25" name="インク 24">
                <a:extLst>
                  <a:ext uri="{FF2B5EF4-FFF2-40B4-BE49-F238E27FC236}">
                    <a16:creationId xmlns:a16="http://schemas.microsoft.com/office/drawing/2014/main" id="{55B29965-3458-AC9A-50A4-DD794364463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97784" y="2702352"/>
                <a:ext cx="2512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インク 25">
                <a:extLst>
                  <a:ext uri="{FF2B5EF4-FFF2-40B4-BE49-F238E27FC236}">
                    <a16:creationId xmlns:a16="http://schemas.microsoft.com/office/drawing/2014/main" id="{2A06FDEA-7398-41D2-4090-40F20CD82CD7}"/>
                  </a:ext>
                </a:extLst>
              </p14:cNvPr>
              <p14:cNvContentPartPr/>
              <p14:nvPr/>
            </p14:nvContentPartPr>
            <p14:xfrm>
              <a:off x="2309304" y="3052632"/>
              <a:ext cx="294120" cy="238680"/>
            </p14:xfrm>
          </p:contentPart>
        </mc:Choice>
        <mc:Fallback xmlns="">
          <p:pic>
            <p:nvPicPr>
              <p:cNvPr id="26" name="インク 25">
                <a:extLst>
                  <a:ext uri="{FF2B5EF4-FFF2-40B4-BE49-F238E27FC236}">
                    <a16:creationId xmlns:a16="http://schemas.microsoft.com/office/drawing/2014/main" id="{2A06FDEA-7398-41D2-4090-40F20CD82C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91304" y="3034632"/>
                <a:ext cx="32976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インク 26">
                <a:extLst>
                  <a:ext uri="{FF2B5EF4-FFF2-40B4-BE49-F238E27FC236}">
                    <a16:creationId xmlns:a16="http://schemas.microsoft.com/office/drawing/2014/main" id="{835BE071-0316-5F32-BB8E-C46367E115E8}"/>
                  </a:ext>
                </a:extLst>
              </p14:cNvPr>
              <p14:cNvContentPartPr/>
              <p14:nvPr/>
            </p14:nvContentPartPr>
            <p14:xfrm>
              <a:off x="3785304" y="3023112"/>
              <a:ext cx="341280" cy="249480"/>
            </p14:xfrm>
          </p:contentPart>
        </mc:Choice>
        <mc:Fallback xmlns="">
          <p:pic>
            <p:nvPicPr>
              <p:cNvPr id="27" name="インク 26">
                <a:extLst>
                  <a:ext uri="{FF2B5EF4-FFF2-40B4-BE49-F238E27FC236}">
                    <a16:creationId xmlns:a16="http://schemas.microsoft.com/office/drawing/2014/main" id="{835BE071-0316-5F32-BB8E-C46367E115E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67664" y="3005472"/>
                <a:ext cx="3769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8" name="インク 27">
                <a:extLst>
                  <a:ext uri="{FF2B5EF4-FFF2-40B4-BE49-F238E27FC236}">
                    <a16:creationId xmlns:a16="http://schemas.microsoft.com/office/drawing/2014/main" id="{5C147575-C12B-C469-47E1-E1F2A2EC2E04}"/>
                  </a:ext>
                </a:extLst>
              </p14:cNvPr>
              <p14:cNvContentPartPr/>
              <p14:nvPr/>
            </p14:nvContentPartPr>
            <p14:xfrm>
              <a:off x="4954944" y="3369792"/>
              <a:ext cx="349560" cy="361440"/>
            </p14:xfrm>
          </p:contentPart>
        </mc:Choice>
        <mc:Fallback xmlns="">
          <p:pic>
            <p:nvPicPr>
              <p:cNvPr id="28" name="インク 27">
                <a:extLst>
                  <a:ext uri="{FF2B5EF4-FFF2-40B4-BE49-F238E27FC236}">
                    <a16:creationId xmlns:a16="http://schemas.microsoft.com/office/drawing/2014/main" id="{5C147575-C12B-C469-47E1-E1F2A2EC2E0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37304" y="3352152"/>
                <a:ext cx="38520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1" name="インク 30">
                <a:extLst>
                  <a:ext uri="{FF2B5EF4-FFF2-40B4-BE49-F238E27FC236}">
                    <a16:creationId xmlns:a16="http://schemas.microsoft.com/office/drawing/2014/main" id="{BF35E5CD-F562-F13B-B974-A4D2519D2CDB}"/>
                  </a:ext>
                </a:extLst>
              </p14:cNvPr>
              <p14:cNvContentPartPr/>
              <p14:nvPr/>
            </p14:nvContentPartPr>
            <p14:xfrm>
              <a:off x="3345024" y="4302912"/>
              <a:ext cx="349560" cy="355320"/>
            </p14:xfrm>
          </p:contentPart>
        </mc:Choice>
        <mc:Fallback xmlns="">
          <p:pic>
            <p:nvPicPr>
              <p:cNvPr id="31" name="インク 30">
                <a:extLst>
                  <a:ext uri="{FF2B5EF4-FFF2-40B4-BE49-F238E27FC236}">
                    <a16:creationId xmlns:a16="http://schemas.microsoft.com/office/drawing/2014/main" id="{BF35E5CD-F562-F13B-B974-A4D2519D2CD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27024" y="4284912"/>
                <a:ext cx="38520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2" name="インク 31">
                <a:extLst>
                  <a:ext uri="{FF2B5EF4-FFF2-40B4-BE49-F238E27FC236}">
                    <a16:creationId xmlns:a16="http://schemas.microsoft.com/office/drawing/2014/main" id="{DC168054-1763-021A-97C3-D35DB63887ED}"/>
                  </a:ext>
                </a:extLst>
              </p14:cNvPr>
              <p14:cNvContentPartPr/>
              <p14:nvPr/>
            </p14:nvContentPartPr>
            <p14:xfrm>
              <a:off x="2120664" y="5490912"/>
              <a:ext cx="372600" cy="337680"/>
            </p14:xfrm>
          </p:contentPart>
        </mc:Choice>
        <mc:Fallback xmlns="">
          <p:pic>
            <p:nvPicPr>
              <p:cNvPr id="32" name="インク 31">
                <a:extLst>
                  <a:ext uri="{FF2B5EF4-FFF2-40B4-BE49-F238E27FC236}">
                    <a16:creationId xmlns:a16="http://schemas.microsoft.com/office/drawing/2014/main" id="{DC168054-1763-021A-97C3-D35DB63887E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02664" y="5473272"/>
                <a:ext cx="40824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3" name="インク 32">
                <a:extLst>
                  <a:ext uri="{FF2B5EF4-FFF2-40B4-BE49-F238E27FC236}">
                    <a16:creationId xmlns:a16="http://schemas.microsoft.com/office/drawing/2014/main" id="{B29BB1A1-3E2E-1D7A-E214-6663B8A27C76}"/>
                  </a:ext>
                </a:extLst>
              </p14:cNvPr>
              <p14:cNvContentPartPr/>
              <p14:nvPr/>
            </p14:nvContentPartPr>
            <p14:xfrm>
              <a:off x="5570544" y="6832272"/>
              <a:ext cx="392040" cy="511200"/>
            </p14:xfrm>
          </p:contentPart>
        </mc:Choice>
        <mc:Fallback xmlns="">
          <p:pic>
            <p:nvPicPr>
              <p:cNvPr id="33" name="インク 32">
                <a:extLst>
                  <a:ext uri="{FF2B5EF4-FFF2-40B4-BE49-F238E27FC236}">
                    <a16:creationId xmlns:a16="http://schemas.microsoft.com/office/drawing/2014/main" id="{B29BB1A1-3E2E-1D7A-E214-6663B8A27C7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552544" y="6814632"/>
                <a:ext cx="427680" cy="54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B5F970AA-DE3E-2852-BB41-1913941333D0}"/>
              </a:ext>
            </a:extLst>
          </p:cNvPr>
          <p:cNvGrpSpPr/>
          <p:nvPr/>
        </p:nvGrpSpPr>
        <p:grpSpPr>
          <a:xfrm>
            <a:off x="101480" y="25000"/>
            <a:ext cx="430920" cy="443520"/>
            <a:chOff x="101480" y="25000"/>
            <a:chExt cx="43092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4" name="インク 33">
                  <a:extLst>
                    <a:ext uri="{FF2B5EF4-FFF2-40B4-BE49-F238E27FC236}">
                      <a16:creationId xmlns:a16="http://schemas.microsoft.com/office/drawing/2014/main" id="{2AC10A78-F748-606E-CCBB-4244B83C2502}"/>
                    </a:ext>
                  </a:extLst>
                </p14:cNvPr>
                <p14:cNvContentPartPr/>
                <p14:nvPr/>
              </p14:nvContentPartPr>
              <p14:xfrm>
                <a:off x="101480" y="25000"/>
                <a:ext cx="194040" cy="443520"/>
              </p14:xfrm>
            </p:contentPart>
          </mc:Choice>
          <mc:Fallback xmlns="">
            <p:pic>
              <p:nvPicPr>
                <p:cNvPr id="34" name="インク 33">
                  <a:extLst>
                    <a:ext uri="{FF2B5EF4-FFF2-40B4-BE49-F238E27FC236}">
                      <a16:creationId xmlns:a16="http://schemas.microsoft.com/office/drawing/2014/main" id="{2AC10A78-F748-606E-CCBB-4244B83C250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3480" y="7360"/>
                  <a:ext cx="2296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5" name="インク 34">
                  <a:extLst>
                    <a:ext uri="{FF2B5EF4-FFF2-40B4-BE49-F238E27FC236}">
                      <a16:creationId xmlns:a16="http://schemas.microsoft.com/office/drawing/2014/main" id="{33A3C9FD-A297-7C87-C9F9-DC6208A33BA3}"/>
                    </a:ext>
                  </a:extLst>
                </p14:cNvPr>
                <p14:cNvContentPartPr/>
                <p14:nvPr/>
              </p14:nvContentPartPr>
              <p14:xfrm>
                <a:off x="253760" y="142000"/>
                <a:ext cx="278640" cy="132480"/>
              </p14:xfrm>
            </p:contentPart>
          </mc:Choice>
          <mc:Fallback xmlns="">
            <p:pic>
              <p:nvPicPr>
                <p:cNvPr id="35" name="インク 34">
                  <a:extLst>
                    <a:ext uri="{FF2B5EF4-FFF2-40B4-BE49-F238E27FC236}">
                      <a16:creationId xmlns:a16="http://schemas.microsoft.com/office/drawing/2014/main" id="{33A3C9FD-A297-7C87-C9F9-DC6208A33BA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6120" y="124360"/>
                  <a:ext cx="314280" cy="168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501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376D-3AD3-3D2E-4333-2C4CD16D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文字の書かれた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FBB1F7E-F304-39FD-EDA0-A49C7AEAD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1"/>
            <a:ext cx="6840538" cy="912071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B1F1C1D-02AF-112F-D276-3BDD9FB204A4}"/>
              </a:ext>
            </a:extLst>
          </p:cNvPr>
          <p:cNvSpPr txBox="1"/>
          <p:nvPr/>
        </p:nvSpPr>
        <p:spPr>
          <a:xfrm>
            <a:off x="187960" y="8041640"/>
            <a:ext cx="6451600" cy="27699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子どもにもわかりやすい説明でした。</a:t>
            </a:r>
            <a:endParaRPr kumimoji="1" lang="ja-JP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インク 2">
                <a:extLst>
                  <a:ext uri="{FF2B5EF4-FFF2-40B4-BE49-F238E27FC236}">
                    <a16:creationId xmlns:a16="http://schemas.microsoft.com/office/drawing/2014/main" id="{A1507DF9-729C-2841-0714-40F825BAB539}"/>
                  </a:ext>
                </a:extLst>
              </p14:cNvPr>
              <p14:cNvContentPartPr/>
              <p14:nvPr/>
            </p14:nvContentPartPr>
            <p14:xfrm>
              <a:off x="2102664" y="1870848"/>
              <a:ext cx="440640" cy="384480"/>
            </p14:xfrm>
          </p:contentPart>
        </mc:Choice>
        <mc:Fallback xmlns="">
          <p:pic>
            <p:nvPicPr>
              <p:cNvPr id="3" name="インク 2">
                <a:extLst>
                  <a:ext uri="{FF2B5EF4-FFF2-40B4-BE49-F238E27FC236}">
                    <a16:creationId xmlns:a16="http://schemas.microsoft.com/office/drawing/2014/main" id="{A1507DF9-729C-2841-0714-40F825BAB5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4664" y="1852848"/>
                <a:ext cx="47628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インク 3">
                <a:extLst>
                  <a:ext uri="{FF2B5EF4-FFF2-40B4-BE49-F238E27FC236}">
                    <a16:creationId xmlns:a16="http://schemas.microsoft.com/office/drawing/2014/main" id="{0DABDCCD-E4E2-1312-BF49-2F331FFB6378}"/>
                  </a:ext>
                </a:extLst>
              </p14:cNvPr>
              <p14:cNvContentPartPr/>
              <p14:nvPr/>
            </p14:nvContentPartPr>
            <p14:xfrm>
              <a:off x="3717264" y="1932048"/>
              <a:ext cx="313920" cy="262800"/>
            </p14:xfrm>
          </p:contentPart>
        </mc:Choice>
        <mc:Fallback xmlns="">
          <p:pic>
            <p:nvPicPr>
              <p:cNvPr id="4" name="インク 3">
                <a:extLst>
                  <a:ext uri="{FF2B5EF4-FFF2-40B4-BE49-F238E27FC236}">
                    <a16:creationId xmlns:a16="http://schemas.microsoft.com/office/drawing/2014/main" id="{0DABDCCD-E4E2-1312-BF49-2F331FFB63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99624" y="1914048"/>
                <a:ext cx="34956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4A08BE62-9708-7052-32D2-929C708DDFFB}"/>
                  </a:ext>
                </a:extLst>
              </p14:cNvPr>
              <p14:cNvContentPartPr/>
              <p14:nvPr/>
            </p14:nvContentPartPr>
            <p14:xfrm>
              <a:off x="4949184" y="1919448"/>
              <a:ext cx="362160" cy="34488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4A08BE62-9708-7052-32D2-929C708DDF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31544" y="1901448"/>
                <a:ext cx="3978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9AD6201D-9FD9-0B1F-04FD-08C438B6D4C7}"/>
                  </a:ext>
                </a:extLst>
              </p14:cNvPr>
              <p14:cNvContentPartPr/>
              <p14:nvPr/>
            </p14:nvContentPartPr>
            <p14:xfrm>
              <a:off x="2266464" y="2986488"/>
              <a:ext cx="245520" cy="35064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9AD6201D-9FD9-0B1F-04FD-08C438B6D4C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48464" y="2968488"/>
                <a:ext cx="281160" cy="38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AD1C79A-546D-0295-B16D-0B2FFF5BDF23}"/>
              </a:ext>
            </a:extLst>
          </p:cNvPr>
          <p:cNvGrpSpPr/>
          <p:nvPr/>
        </p:nvGrpSpPr>
        <p:grpSpPr>
          <a:xfrm>
            <a:off x="3527544" y="2991528"/>
            <a:ext cx="582120" cy="699480"/>
            <a:chOff x="3527544" y="2991528"/>
            <a:chExt cx="58212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0CA1497C-C37F-BAFF-F352-BDF5AFF147B6}"/>
                    </a:ext>
                  </a:extLst>
                </p14:cNvPr>
                <p14:cNvContentPartPr/>
                <p14:nvPr/>
              </p14:nvContentPartPr>
              <p14:xfrm>
                <a:off x="3655704" y="2991528"/>
                <a:ext cx="453960" cy="23436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0CA1497C-C37F-BAFF-F352-BDF5AFF147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38064" y="2973528"/>
                  <a:ext cx="4896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ECEF3DFC-8293-3C77-E5B9-CBF123A11EC0}"/>
                    </a:ext>
                  </a:extLst>
                </p14:cNvPr>
                <p14:cNvContentPartPr/>
                <p14:nvPr/>
              </p14:nvContentPartPr>
              <p14:xfrm>
                <a:off x="3527544" y="3340008"/>
                <a:ext cx="356040" cy="35100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ECEF3DFC-8293-3C77-E5B9-CBF123A11EC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09904" y="3322368"/>
                  <a:ext cx="391680" cy="38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9A55F52E-247D-234F-DE00-ADEB6B7C55D7}"/>
                  </a:ext>
                </a:extLst>
              </p14:cNvPr>
              <p14:cNvContentPartPr/>
              <p14:nvPr/>
            </p14:nvContentPartPr>
            <p14:xfrm>
              <a:off x="2212824" y="4278528"/>
              <a:ext cx="293400" cy="361080"/>
            </p14:xfrm>
          </p:contentPart>
        </mc:Choice>
        <mc:Fallback xmlns=""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9A55F52E-247D-234F-DE00-ADEB6B7C55D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94824" y="4260888"/>
                <a:ext cx="32904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インク 13">
                <a:extLst>
                  <a:ext uri="{FF2B5EF4-FFF2-40B4-BE49-F238E27FC236}">
                    <a16:creationId xmlns:a16="http://schemas.microsoft.com/office/drawing/2014/main" id="{326D5186-1A64-3140-81E2-B7B39110A8B7}"/>
                  </a:ext>
                </a:extLst>
              </p14:cNvPr>
              <p14:cNvContentPartPr/>
              <p14:nvPr/>
            </p14:nvContentPartPr>
            <p14:xfrm>
              <a:off x="2023464" y="5467608"/>
              <a:ext cx="421560" cy="374400"/>
            </p14:xfrm>
          </p:contentPart>
        </mc:Choice>
        <mc:Fallback xmlns="">
          <p:pic>
            <p:nvPicPr>
              <p:cNvPr id="14" name="インク 13">
                <a:extLst>
                  <a:ext uri="{FF2B5EF4-FFF2-40B4-BE49-F238E27FC236}">
                    <a16:creationId xmlns:a16="http://schemas.microsoft.com/office/drawing/2014/main" id="{326D5186-1A64-3140-81E2-B7B39110A8B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05464" y="5449608"/>
                <a:ext cx="45720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A6D3297B-6A5E-58EF-EF7A-AF2C275C4046}"/>
                  </a:ext>
                </a:extLst>
              </p14:cNvPr>
              <p14:cNvContentPartPr/>
              <p14:nvPr/>
            </p14:nvContentPartPr>
            <p14:xfrm>
              <a:off x="877224" y="6837408"/>
              <a:ext cx="299520" cy="39888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A6D3297B-6A5E-58EF-EF7A-AF2C275C404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59584" y="6819768"/>
                <a:ext cx="335160" cy="43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96BBBD9-47CF-4A89-F704-1EC33602582D}"/>
              </a:ext>
            </a:extLst>
          </p:cNvPr>
          <p:cNvGrpSpPr/>
          <p:nvPr/>
        </p:nvGrpSpPr>
        <p:grpSpPr>
          <a:xfrm>
            <a:off x="183560" y="19960"/>
            <a:ext cx="327960" cy="422640"/>
            <a:chOff x="183560" y="19960"/>
            <a:chExt cx="32796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A8BBE68C-C321-C73B-A04C-A72740C06E01}"/>
                    </a:ext>
                  </a:extLst>
                </p14:cNvPr>
                <p14:cNvContentPartPr/>
                <p14:nvPr/>
              </p14:nvContentPartPr>
              <p14:xfrm>
                <a:off x="183560" y="19960"/>
                <a:ext cx="327960" cy="38376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A8BBE68C-C321-C73B-A04C-A72740C06E0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5560" y="2320"/>
                  <a:ext cx="3636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インク 16">
                  <a:extLst>
                    <a:ext uri="{FF2B5EF4-FFF2-40B4-BE49-F238E27FC236}">
                      <a16:creationId xmlns:a16="http://schemas.microsoft.com/office/drawing/2014/main" id="{21184BC4-3091-C04B-BDC7-5A57DB66126E}"/>
                    </a:ext>
                  </a:extLst>
                </p14:cNvPr>
                <p14:cNvContentPartPr/>
                <p14:nvPr/>
              </p14:nvContentPartPr>
              <p14:xfrm>
                <a:off x="286520" y="66040"/>
                <a:ext cx="130320" cy="376560"/>
              </p14:xfrm>
            </p:contentPart>
          </mc:Choice>
          <mc:Fallback xmlns="">
            <p:pic>
              <p:nvPicPr>
                <p:cNvPr id="17" name="インク 16">
                  <a:extLst>
                    <a:ext uri="{FF2B5EF4-FFF2-40B4-BE49-F238E27FC236}">
                      <a16:creationId xmlns:a16="http://schemas.microsoft.com/office/drawing/2014/main" id="{21184BC4-3091-C04B-BDC7-5A57DB66126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68520" y="48040"/>
                  <a:ext cx="165960" cy="41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203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37E1-A0EE-11CA-813B-7092B8A29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文字の書かれた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5AC3E4C-8C8A-50C7-2C3D-6A5D504B8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1"/>
            <a:ext cx="6840538" cy="912071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CF8419-F2D7-BC73-56D2-6856FC6E5B1D}"/>
              </a:ext>
            </a:extLst>
          </p:cNvPr>
          <p:cNvSpPr txBox="1"/>
          <p:nvPr/>
        </p:nvSpPr>
        <p:spPr>
          <a:xfrm>
            <a:off x="187960" y="8041640"/>
            <a:ext cx="6451600" cy="27699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Thank you for the valuable experience.</a:t>
            </a:r>
            <a:endParaRPr kumimoji="1" lang="ja-JP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CEF21A03-36F1-80CB-D1B5-E641765A9907}"/>
                  </a:ext>
                </a:extLst>
              </p14:cNvPr>
              <p14:cNvContentPartPr/>
              <p14:nvPr/>
            </p14:nvContentPartPr>
            <p14:xfrm>
              <a:off x="3707184" y="2658792"/>
              <a:ext cx="186480" cy="23724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CEF21A03-36F1-80CB-D1B5-E641765A99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9544" y="2640792"/>
                <a:ext cx="2221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30B77968-16D3-A12D-8D04-57C3462C3014}"/>
                  </a:ext>
                </a:extLst>
              </p14:cNvPr>
              <p14:cNvContentPartPr/>
              <p14:nvPr/>
            </p14:nvContentPartPr>
            <p14:xfrm>
              <a:off x="4979424" y="2656632"/>
              <a:ext cx="252720" cy="27576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30B77968-16D3-A12D-8D04-57C3462C30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1424" y="2638992"/>
                <a:ext cx="28836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3B4E615E-C9D4-7EA7-C7F0-7E2A9E7C96F8}"/>
                  </a:ext>
                </a:extLst>
              </p14:cNvPr>
              <p14:cNvContentPartPr/>
              <p14:nvPr/>
            </p14:nvContentPartPr>
            <p14:xfrm>
              <a:off x="6339504" y="2632512"/>
              <a:ext cx="343080" cy="264960"/>
            </p14:xfrm>
          </p:contentPart>
        </mc:Choice>
        <mc:Fallback xmlns=""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3B4E615E-C9D4-7EA7-C7F0-7E2A9E7C96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21504" y="2614512"/>
                <a:ext cx="378720" cy="30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A258B13-E158-E556-CA6E-AD0426E2EB20}"/>
              </a:ext>
            </a:extLst>
          </p:cNvPr>
          <p:cNvGrpSpPr/>
          <p:nvPr/>
        </p:nvGrpSpPr>
        <p:grpSpPr>
          <a:xfrm>
            <a:off x="2162784" y="2931312"/>
            <a:ext cx="357120" cy="711360"/>
            <a:chOff x="2162784" y="2931312"/>
            <a:chExt cx="357120" cy="71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E4A99F5D-736B-96BB-3C24-2147BB3C71FA}"/>
                    </a:ext>
                  </a:extLst>
                </p14:cNvPr>
                <p14:cNvContentPartPr/>
                <p14:nvPr/>
              </p14:nvContentPartPr>
              <p14:xfrm>
                <a:off x="2218224" y="2931312"/>
                <a:ext cx="301680" cy="36684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E4A99F5D-736B-96BB-3C24-2147BB3C71F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00224" y="2913672"/>
                  <a:ext cx="3373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ADBF49AA-E88E-5EE2-52F7-0D02497F10BE}"/>
                    </a:ext>
                  </a:extLst>
                </p14:cNvPr>
                <p14:cNvContentPartPr/>
                <p14:nvPr/>
              </p14:nvContentPartPr>
              <p14:xfrm>
                <a:off x="2162784" y="3388152"/>
                <a:ext cx="307080" cy="25452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ADBF49AA-E88E-5EE2-52F7-0D02497F10B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44784" y="3370512"/>
                  <a:ext cx="342720" cy="29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ADC55D28-A5C1-C177-9BFD-64942AA3D642}"/>
                  </a:ext>
                </a:extLst>
              </p14:cNvPr>
              <p14:cNvContentPartPr/>
              <p14:nvPr/>
            </p14:nvContentPartPr>
            <p14:xfrm>
              <a:off x="788304" y="4327752"/>
              <a:ext cx="408240" cy="30672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ADC55D28-A5C1-C177-9BFD-64942AA3D64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0664" y="4309752"/>
                <a:ext cx="44388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3AF5485F-7C3B-234F-B770-BDD62930E510}"/>
                  </a:ext>
                </a:extLst>
              </p14:cNvPr>
              <p14:cNvContentPartPr/>
              <p14:nvPr/>
            </p14:nvContentPartPr>
            <p14:xfrm>
              <a:off x="798024" y="5406672"/>
              <a:ext cx="373320" cy="324000"/>
            </p14:xfrm>
          </p:contentPart>
        </mc:Choice>
        <mc:Fallback xmlns=""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3AF5485F-7C3B-234F-B770-BDD62930E51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0024" y="5388672"/>
                <a:ext cx="40896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インク 13">
                <a:extLst>
                  <a:ext uri="{FF2B5EF4-FFF2-40B4-BE49-F238E27FC236}">
                    <a16:creationId xmlns:a16="http://schemas.microsoft.com/office/drawing/2014/main" id="{FB01923C-F3EF-5C00-38AB-A9BF1D44F995}"/>
                  </a:ext>
                </a:extLst>
              </p14:cNvPr>
              <p14:cNvContentPartPr/>
              <p14:nvPr/>
            </p14:nvContentPartPr>
            <p14:xfrm>
              <a:off x="846624" y="6698352"/>
              <a:ext cx="441000" cy="478440"/>
            </p14:xfrm>
          </p:contentPart>
        </mc:Choice>
        <mc:Fallback xmlns="">
          <p:pic>
            <p:nvPicPr>
              <p:cNvPr id="14" name="インク 13">
                <a:extLst>
                  <a:ext uri="{FF2B5EF4-FFF2-40B4-BE49-F238E27FC236}">
                    <a16:creationId xmlns:a16="http://schemas.microsoft.com/office/drawing/2014/main" id="{FB01923C-F3EF-5C00-38AB-A9BF1D44F99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28984" y="6680352"/>
                <a:ext cx="476640" cy="51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CBE9FC38-957C-1C13-6F9F-4CF0FA173805}"/>
              </a:ext>
            </a:extLst>
          </p:cNvPr>
          <p:cNvGrpSpPr/>
          <p:nvPr/>
        </p:nvGrpSpPr>
        <p:grpSpPr>
          <a:xfrm>
            <a:off x="162320" y="19960"/>
            <a:ext cx="305640" cy="427320"/>
            <a:chOff x="162320" y="19960"/>
            <a:chExt cx="30564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AFF8D616-379E-414D-CD01-1C3C956909B0}"/>
                    </a:ext>
                  </a:extLst>
                </p14:cNvPr>
                <p14:cNvContentPartPr/>
                <p14:nvPr/>
              </p14:nvContentPartPr>
              <p14:xfrm>
                <a:off x="162320" y="19960"/>
                <a:ext cx="199080" cy="42732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AFF8D616-379E-414D-CD01-1C3C956909B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4680" y="2320"/>
                  <a:ext cx="23472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EC93F169-7754-3E2E-700C-195899CF08E7}"/>
                    </a:ext>
                  </a:extLst>
                </p14:cNvPr>
                <p14:cNvContentPartPr/>
                <p14:nvPr/>
              </p14:nvContentPartPr>
              <p14:xfrm>
                <a:off x="294440" y="96280"/>
                <a:ext cx="173520" cy="9792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EC93F169-7754-3E2E-700C-195899CF08E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6440" y="78640"/>
                  <a:ext cx="209160" cy="133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9811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9BE21-FFB6-D213-7077-7FC40B8DF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文字の書かれた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B957398-864C-9122-6970-35F3B8533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1"/>
            <a:ext cx="6840538" cy="912071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0EFC20-00D3-4D3A-4095-E647E7FD0B41}"/>
              </a:ext>
            </a:extLst>
          </p:cNvPr>
          <p:cNvSpPr txBox="1"/>
          <p:nvPr/>
        </p:nvSpPr>
        <p:spPr>
          <a:xfrm>
            <a:off x="187960" y="8041640"/>
            <a:ext cx="6451600" cy="27699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42322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31</Words>
  <Application>Microsoft Office PowerPoint</Application>
  <PresentationFormat>ユーザー設定</PresentationFormat>
  <Paragraphs>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永井 秀和</dc:creator>
  <cp:lastModifiedBy>永井 秀和</cp:lastModifiedBy>
  <cp:revision>3</cp:revision>
  <dcterms:created xsi:type="dcterms:W3CDTF">2025-05-16T04:38:48Z</dcterms:created>
  <dcterms:modified xsi:type="dcterms:W3CDTF">2025-05-16T05:20:58Z</dcterms:modified>
</cp:coreProperties>
</file>