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93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A7EC47-2BDC-B95B-2167-1386326936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6290BFC-3CB0-7B2B-E75C-793FB7E4A3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F0C68B-FDB3-4A43-1CCD-379B58744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6BADF7-FF4F-03D2-30D8-74840A6B1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AF1A07-72DA-4FF4-9062-BA1BA30B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5245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07DEAB-9219-0E75-17B5-C5AD06F12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FD72711-2344-A257-05DD-9932E171B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E03BC1-49E8-203F-B16D-7E2C6C51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DB63605-A15B-7538-9BE7-A0057178E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3ADE4F-2DC3-9EF4-2C52-727A117B7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36137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DB2E10-F7DE-D09C-A1AB-A3CCDD6F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91FBCB-D83C-6D2E-9224-47BB1EF9E9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1E5B79-DEB5-4B87-EFA2-44227CA3B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AEEAAE-3258-6D89-09AA-ABEF0CA09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0CD307F-61FC-7700-3FED-8E8E1736C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4648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175250-FF1E-4312-FC8E-4DDE32617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46CDD29-D928-9CCB-05A4-9A76E8FABC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CF060F3-FBA7-3CEF-7A50-E26A6EC45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1155885-A348-2A03-1605-A434A30A7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A1C9973-4627-7E81-A5AE-CFE0911D0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AD4990-7673-0CB9-A7FD-A657BA39B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2489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1958C0-3CD6-8B27-F3D7-4E1EB50DC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F0E1F0B-3626-DA38-658F-FE662B2F15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5D540ED-E9E3-2F91-CC88-33F1461F2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2C7C819-E2A6-23CA-5B62-991251A48D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0B422BF2-5C99-2028-1CB4-508496A2B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BFCD12-B4E5-BD42-53C2-6EEF21A09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D68E93C-1BED-72E4-D3F1-342D24302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511F2BC-5205-C292-5AAE-018CCCD04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15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199B66-25BF-ED67-F5C1-7F4A0E4BC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41EE919-AA01-9582-E2BC-2351B8CF3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46E69E3-E962-4589-6D90-B4A32FE1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3610928-CE97-672D-9EA7-A6007DDC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80718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6675BDD-3DFA-BE95-D5AD-5A9D6DE30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5EF601C-5116-4C0C-8407-677B505D9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B8F75AB-5215-A833-5FF4-21C2CC835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09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F71140-28C2-FD93-6164-FDA50D396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4A29845-7138-0220-A7C3-F4F0EFC0A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EC71984-ABB0-C849-C749-9CC9AF30D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C510971-1E1D-D366-8E0B-7419E087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266BEF-726C-A5AC-9C89-F297ED6CA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FF6821F-BDA6-1822-7F79-4C5EBCA98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8565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E690CF-6D9B-8277-4AA2-A6844754A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AE39275D-4CBB-7BE8-5933-8294FD6752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984B6CD-48CE-3028-C2B5-BC097BBE3F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3BC80E0-8085-4A2D-A921-58197D830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9B13ADB-6A8D-DE84-AD86-D049DD83C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5C3EA61-483A-4100-D453-F45D66697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49845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273EE9-7222-E07A-9DCE-F749AEE1DA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95C1A49-9D10-FFEA-9B65-C538EA242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0048864-8390-8ECA-561F-F15920DD5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FB38D40-A576-F395-03C4-C48B47577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8D75075-5A47-F447-1934-7FD17F392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1372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306DBC-6A00-BA7B-BC87-28CD8FE3FE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2AE463D-9E4E-729D-C6D0-3E1DD925E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6F8CFBD-176F-39F8-DD92-F0EE5578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2C337E8-8DFB-A628-7B3E-C67BD348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296CDE3-77D5-5316-D9D4-A454BECC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34426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A0129D27-F1CD-6C86-F958-D0F12E1C8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8DBF11-5998-D9AF-8394-26EB131B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E2B9971-9307-2F53-B007-F79F31D87D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DFB532-1753-440D-8020-75D1C4A464F2}" type="datetimeFigureOut">
              <a:rPr kumimoji="1" lang="ja-JP" altLang="en-US" smtClean="0"/>
              <a:t>2024/10/28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12694F-AB3F-DEAD-A411-7C8DF04C4D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D2A8AA9-8143-E8CD-E87F-2B156895B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1D0C31-49B9-47D6-94AE-B6DB07BDCE5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183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6293E711-1A82-4C9D-1630-630B6FBF510E}"/>
              </a:ext>
            </a:extLst>
          </p:cNvPr>
          <p:cNvGrpSpPr/>
          <p:nvPr/>
        </p:nvGrpSpPr>
        <p:grpSpPr>
          <a:xfrm>
            <a:off x="2975956" y="2327563"/>
            <a:ext cx="1463040" cy="1463040"/>
            <a:chOff x="2975956" y="2327563"/>
            <a:chExt cx="1463040" cy="1463040"/>
          </a:xfrm>
        </p:grpSpPr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99864DD1-F333-1110-D8FF-D8888220253C}"/>
                </a:ext>
              </a:extLst>
            </p:cNvPr>
            <p:cNvSpPr/>
            <p:nvPr/>
          </p:nvSpPr>
          <p:spPr>
            <a:xfrm>
              <a:off x="2975956" y="2327563"/>
              <a:ext cx="1463040" cy="1463040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6" name="グラフィックス 5" descr="再生 枠線">
              <a:extLst>
                <a:ext uri="{FF2B5EF4-FFF2-40B4-BE49-F238E27FC236}">
                  <a16:creationId xmlns:a16="http://schemas.microsoft.com/office/drawing/2014/main" id="{BCC5DE1B-CE0E-CC47-5390-D77D97A5F53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>
              <a:off x="3250276" y="2601883"/>
              <a:ext cx="914400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2310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hide naga</dc:creator>
  <cp:lastModifiedBy>hide naga</cp:lastModifiedBy>
  <cp:revision>1</cp:revision>
  <dcterms:created xsi:type="dcterms:W3CDTF">2024-10-28T05:16:40Z</dcterms:created>
  <dcterms:modified xsi:type="dcterms:W3CDTF">2024-10-28T05:17:59Z</dcterms:modified>
</cp:coreProperties>
</file>