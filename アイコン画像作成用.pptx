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38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545822-C936-D794-F194-EA6F49B80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8CC1D3-1D14-BA58-2E45-A80494850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299FAC-D602-2C59-212A-462AABF3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B6D9B5-DF55-1329-3E4C-510C4662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BB14E4-1152-AA77-79A1-F3589797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65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2A82C-E7BE-CA45-DBE9-B97ADC2C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E08EFA-6D15-1F55-A10E-1691BD999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EAB01E-2779-7E20-7E29-BBAAC6F5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D23C36-B79F-4EC0-A6C1-EEC79D36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F685C7-A5AB-A606-0729-7607291F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540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EABE1-DE50-492B-9DA7-36FB1C13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F2488A-2D14-3C9D-594B-C15AADE69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4C398-4B63-C712-648D-979B785F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3028DB-A810-DD17-060E-18577A80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510495-CEBF-D653-0786-AADBBCA9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06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5A823C-4054-5586-818F-F3C387E8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D5AD30-71AD-2FF6-8AB4-B630EEAD9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4F268E-E3F3-BCC6-D975-9AF0A1D5A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9459B3-1B5C-792E-6742-A6509960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52DD99-159D-4E59-EFC4-0EA4D92B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4871C3-18F2-0B71-225C-4CCD5474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16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66BC85-C110-D3A9-7E78-7F21629D0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09E275-19B0-4504-11CC-317666C71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599607-F0CF-C897-9E16-001BD3DE6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57E172-3051-C313-BE57-640B1100D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FA3AF1-4FC9-B1E5-368D-102CFC60B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A291A2-2585-48F5-5EF7-F24DB590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9237DF-5763-1D41-487D-BDBBAA5B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F95DA5A-2A13-9627-A577-4A44A78F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74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C01E-0E9E-82D9-273E-BFD9A02A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20DAA7-4803-DF91-A1C4-BF355FCC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1C0E2C-89DF-897E-2E87-747BB858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B7F121-D00F-FB00-90EA-93BEC0AF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61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3C34737-8A3A-D7C3-4697-4DB4797E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947E7F-64D2-2A22-9047-439668F3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E69EAD-D7AB-A099-799A-96EB90D4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18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48DA5-AD20-FCD7-458E-D1A5BCC8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DC1D7E-1711-C30E-9E3A-47E386E3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FB40A3-B322-EDB8-AF70-0F540596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7AB161-5BBF-5E36-5D71-D7E812F4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4672E1-0081-73E7-64CE-5B592294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15BEFC-CC3D-AF71-CD6A-4063BB7B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30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F1A92-5B1D-86DA-803C-EFDB006A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9CD226-4E10-FA6C-9BD3-E11920F38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D6AD21-4A9E-F467-ECB8-81DBBD578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6EF5D8-83A9-DCC5-0FC3-0EC8FD03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65B64E-27C1-5AC1-E62B-49815D0A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BFB65-27FD-AC05-D5F9-C68145A2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53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40EA8-CEBF-325E-D197-0A81AF32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345C9C-13C5-EA7F-4831-42E2A7F00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8F16EB-5BC3-25A5-8BD4-51436A93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8D042-8136-183C-5787-24A7B651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62C790-85D9-0EF2-A2E5-3602C28B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4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C88CFF-AEAF-7E59-43A9-FCAEF77B1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9005A3-CE36-3F12-EA59-A8F6CB7BA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BA0C8-BD11-4C93-87E3-62B23C83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9016B8-AEDC-E951-D5FA-DDDFAFFEA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F343D4-3A12-A7BA-2B0E-336A85CB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5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0D78E4-064F-C77D-CE85-373C6624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E23B53-67AE-6E61-A899-467A1BEDA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8A0547-20A7-6B99-0051-63D69583C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6CDB1-943E-47C1-AE61-3D7A70501582}" type="datetimeFigureOut">
              <a:rPr kumimoji="1" lang="ja-JP" altLang="en-US" smtClean="0"/>
              <a:t>2024/12/20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C20DC1-AF64-4EE5-B2E2-3DF3D433A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59697-893B-BB34-B4B8-F8ECB335B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1B92B-9AB8-4CEC-9D70-92FFED4EE2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59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 descr="アイコン&#10;&#10;自動的に生成された説明">
            <a:extLst>
              <a:ext uri="{FF2B5EF4-FFF2-40B4-BE49-F238E27FC236}">
                <a16:creationId xmlns:a16="http://schemas.microsoft.com/office/drawing/2014/main" id="{5349A8EF-39F1-6340-8EDA-5A20D3236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" t="-240" r="-811" b="-11"/>
          <a:stretch/>
        </p:blipFill>
        <p:spPr>
          <a:xfrm>
            <a:off x="7957458" y="130628"/>
            <a:ext cx="4778828" cy="4539341"/>
          </a:xfrm>
          <a:prstGeom prst="rect">
            <a:avLst/>
          </a:prstGeom>
        </p:spPr>
      </p:pic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B08D182-64BF-8186-5DE3-EEA2D65C6DF9}"/>
              </a:ext>
            </a:extLst>
          </p:cNvPr>
          <p:cNvGrpSpPr/>
          <p:nvPr/>
        </p:nvGrpSpPr>
        <p:grpSpPr>
          <a:xfrm>
            <a:off x="794657" y="1088571"/>
            <a:ext cx="2160000" cy="2160000"/>
            <a:chOff x="794657" y="1088571"/>
            <a:chExt cx="2160000" cy="216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CBB659D-541C-64B1-3A77-51B9B04C5067}"/>
                </a:ext>
              </a:extLst>
            </p:cNvPr>
            <p:cNvSpPr/>
            <p:nvPr/>
          </p:nvSpPr>
          <p:spPr>
            <a:xfrm>
              <a:off x="794657" y="1088571"/>
              <a:ext cx="2160000" cy="21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図 23" descr="アイコン&#10;&#10;自動的に生成された説明">
              <a:extLst>
                <a:ext uri="{FF2B5EF4-FFF2-40B4-BE49-F238E27FC236}">
                  <a16:creationId xmlns:a16="http://schemas.microsoft.com/office/drawing/2014/main" id="{5FF41D9D-E9D4-1F8B-1B83-FBF8A5F42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8" t="3847" r="61567" b="55043"/>
            <a:stretch/>
          </p:blipFill>
          <p:spPr>
            <a:xfrm>
              <a:off x="976585" y="1237842"/>
              <a:ext cx="1752599" cy="1861458"/>
            </a:xfrm>
            <a:prstGeom prst="rect">
              <a:avLst/>
            </a:prstGeom>
          </p:spPr>
        </p:pic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7CCD34FA-37CA-F3EA-084B-30D5CF39E3FD}"/>
              </a:ext>
            </a:extLst>
          </p:cNvPr>
          <p:cNvGrpSpPr/>
          <p:nvPr/>
        </p:nvGrpSpPr>
        <p:grpSpPr>
          <a:xfrm>
            <a:off x="794657" y="3248571"/>
            <a:ext cx="2160000" cy="2160000"/>
            <a:chOff x="794657" y="3248571"/>
            <a:chExt cx="2160000" cy="2160000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EAE32FD5-A871-2055-4809-7BB010ECE3E0}"/>
                </a:ext>
              </a:extLst>
            </p:cNvPr>
            <p:cNvSpPr/>
            <p:nvPr/>
          </p:nvSpPr>
          <p:spPr>
            <a:xfrm>
              <a:off x="794657" y="3248571"/>
              <a:ext cx="2160000" cy="21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2" name="図 31" descr="アイコン&#10;&#10;自動的に生成された説明">
              <a:extLst>
                <a:ext uri="{FF2B5EF4-FFF2-40B4-BE49-F238E27FC236}">
                  <a16:creationId xmlns:a16="http://schemas.microsoft.com/office/drawing/2014/main" id="{6984F99C-1190-2EE6-FA20-44DECE7BA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562" t="4087" r="6210" b="56005"/>
            <a:stretch/>
          </p:blipFill>
          <p:spPr>
            <a:xfrm>
              <a:off x="998355" y="3425057"/>
              <a:ext cx="1709058" cy="1807028"/>
            </a:xfrm>
            <a:prstGeom prst="rect">
              <a:avLst/>
            </a:prstGeom>
          </p:spPr>
        </p:pic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0D4AFBEC-5EC7-4AE5-1502-0600485D104C}"/>
              </a:ext>
            </a:extLst>
          </p:cNvPr>
          <p:cNvGrpSpPr/>
          <p:nvPr/>
        </p:nvGrpSpPr>
        <p:grpSpPr>
          <a:xfrm>
            <a:off x="2948398" y="1088571"/>
            <a:ext cx="2160000" cy="2160000"/>
            <a:chOff x="2948398" y="1088571"/>
            <a:chExt cx="2160000" cy="2160000"/>
          </a:xfrm>
        </p:grpSpPr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96E0F7F-D41C-DA47-F4A2-70A578099717}"/>
                </a:ext>
              </a:extLst>
            </p:cNvPr>
            <p:cNvSpPr/>
            <p:nvPr/>
          </p:nvSpPr>
          <p:spPr>
            <a:xfrm>
              <a:off x="2948398" y="1088571"/>
              <a:ext cx="2160000" cy="21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3" name="図 32" descr="アイコン&#10;&#10;自動的に生成された説明">
              <a:extLst>
                <a:ext uri="{FF2B5EF4-FFF2-40B4-BE49-F238E27FC236}">
                  <a16:creationId xmlns:a16="http://schemas.microsoft.com/office/drawing/2014/main" id="{455F6A9C-7ECE-5922-54A6-B39F55B2D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27" t="54332" r="-811" b="3217"/>
            <a:stretch/>
          </p:blipFill>
          <p:spPr>
            <a:xfrm>
              <a:off x="3061883" y="1207499"/>
              <a:ext cx="2046515" cy="1922143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E02D4FF-5A7C-A02F-E7F0-AA245F4D0635}"/>
              </a:ext>
            </a:extLst>
          </p:cNvPr>
          <p:cNvGrpSpPr/>
          <p:nvPr/>
        </p:nvGrpSpPr>
        <p:grpSpPr>
          <a:xfrm>
            <a:off x="2948398" y="3248571"/>
            <a:ext cx="2160000" cy="2160000"/>
            <a:chOff x="2948398" y="3248571"/>
            <a:chExt cx="2160000" cy="2160000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8A0463AC-0276-8A63-738E-64F27402C75A}"/>
                </a:ext>
              </a:extLst>
            </p:cNvPr>
            <p:cNvSpPr/>
            <p:nvPr/>
          </p:nvSpPr>
          <p:spPr>
            <a:xfrm>
              <a:off x="2948398" y="3248571"/>
              <a:ext cx="2160000" cy="21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4" name="図 33" descr="アイコン&#10;&#10;自動的に生成された説明">
              <a:extLst>
                <a:ext uri="{FF2B5EF4-FFF2-40B4-BE49-F238E27FC236}">
                  <a16:creationId xmlns:a16="http://schemas.microsoft.com/office/drawing/2014/main" id="{C46E99B5-DFB1-A414-25A8-CBBB88FFC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03" t="55502" r="56182" b="1224"/>
            <a:stretch/>
          </p:blipFill>
          <p:spPr>
            <a:xfrm>
              <a:off x="3068142" y="3348856"/>
              <a:ext cx="1926771" cy="1959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064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E49891A-92A9-8234-F0EA-416359971843}"/>
              </a:ext>
            </a:extLst>
          </p:cNvPr>
          <p:cNvGrpSpPr/>
          <p:nvPr/>
        </p:nvGrpSpPr>
        <p:grpSpPr>
          <a:xfrm>
            <a:off x="3379470" y="659844"/>
            <a:ext cx="1120140" cy="1107996"/>
            <a:chOff x="2221230" y="598884"/>
            <a:chExt cx="1120140" cy="110799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316B1E6A-1238-80EB-90CD-4A02100AA219}"/>
                </a:ext>
              </a:extLst>
            </p:cNvPr>
            <p:cNvSpPr/>
            <p:nvPr/>
          </p:nvSpPr>
          <p:spPr>
            <a:xfrm>
              <a:off x="2308860" y="807720"/>
              <a:ext cx="815340" cy="81534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7BBA9909-AA61-9766-194A-3579334640A1}"/>
                </a:ext>
              </a:extLst>
            </p:cNvPr>
            <p:cNvSpPr txBox="1"/>
            <p:nvPr/>
          </p:nvSpPr>
          <p:spPr>
            <a:xfrm>
              <a:off x="2221230" y="598884"/>
              <a:ext cx="112014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6600" dirty="0">
                  <a:solidFill>
                    <a:schemeClr val="bg1"/>
                  </a:solidFill>
                  <a:latin typeface="HG行書体" panose="03000609000000000000" pitchFamily="65" charset="-128"/>
                  <a:ea typeface="HG行書体" panose="03000609000000000000" pitchFamily="65" charset="-128"/>
                </a:rPr>
                <a:t>あ</a:t>
              </a:r>
              <a:endParaRPr kumimoji="1" lang="ja-JP" altLang="en-US" sz="6600" dirty="0">
                <a:solidFill>
                  <a:schemeClr val="bg1"/>
                </a:solidFill>
                <a:latin typeface="HG行書体" panose="03000609000000000000" pitchFamily="65" charset="-128"/>
                <a:ea typeface="HG行書体" panose="03000609000000000000" pitchFamily="65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7E13AFB-E2F2-12FE-C87C-B49C221D63B3}"/>
              </a:ext>
            </a:extLst>
          </p:cNvPr>
          <p:cNvGrpSpPr/>
          <p:nvPr/>
        </p:nvGrpSpPr>
        <p:grpSpPr>
          <a:xfrm>
            <a:off x="1205547" y="2595880"/>
            <a:ext cx="1022985" cy="914400"/>
            <a:chOff x="1205547" y="2595880"/>
            <a:chExt cx="1022985" cy="91440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6C262AC-4118-A2EA-7752-A22AAB9A8E26}"/>
                </a:ext>
              </a:extLst>
            </p:cNvPr>
            <p:cNvSpPr/>
            <p:nvPr/>
          </p:nvSpPr>
          <p:spPr>
            <a:xfrm>
              <a:off x="1205547" y="2595880"/>
              <a:ext cx="1022985" cy="9143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グラフィックス 5" descr="モニター 単色塗りつぶし">
              <a:extLst>
                <a:ext uri="{FF2B5EF4-FFF2-40B4-BE49-F238E27FC236}">
                  <a16:creationId xmlns:a16="http://schemas.microsoft.com/office/drawing/2014/main" id="{B12AC2AF-98A0-6134-4973-EB3CF9E26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59840" y="2595880"/>
              <a:ext cx="914400" cy="914400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3C5FBF3-ED19-2056-FD49-BB3F64C8B94C}"/>
                </a:ext>
              </a:extLst>
            </p:cNvPr>
            <p:cNvSpPr/>
            <p:nvPr/>
          </p:nvSpPr>
          <p:spPr>
            <a:xfrm>
              <a:off x="1471295" y="2852260"/>
              <a:ext cx="491490" cy="29352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5756C6C-70C5-7199-C228-F035B6592246}"/>
              </a:ext>
            </a:extLst>
          </p:cNvPr>
          <p:cNvGrpSpPr/>
          <p:nvPr/>
        </p:nvGrpSpPr>
        <p:grpSpPr>
          <a:xfrm>
            <a:off x="5311625" y="2430279"/>
            <a:ext cx="2160000" cy="2160000"/>
            <a:chOff x="7843973" y="4502995"/>
            <a:chExt cx="2160000" cy="2160000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2A8D679-5DB6-7F65-E805-DC449FFBD843}"/>
                </a:ext>
              </a:extLst>
            </p:cNvPr>
            <p:cNvSpPr/>
            <p:nvPr/>
          </p:nvSpPr>
          <p:spPr>
            <a:xfrm>
              <a:off x="7843973" y="4502995"/>
              <a:ext cx="2160000" cy="21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" name="グラフィックス 7" descr="チェック マーク 単色塗りつぶし">
              <a:extLst>
                <a:ext uri="{FF2B5EF4-FFF2-40B4-BE49-F238E27FC236}">
                  <a16:creationId xmlns:a16="http://schemas.microsoft.com/office/drawing/2014/main" id="{8F5C6D98-F839-7F16-D480-C3B0D6D1C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62901" y="4621923"/>
              <a:ext cx="1922143" cy="1922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895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</Words>
  <Application>Microsoft Office PowerPoint</Application>
  <PresentationFormat>ワイド画面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HG行書体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永井 秀和</dc:creator>
  <cp:lastModifiedBy>永井 秀和</cp:lastModifiedBy>
  <cp:revision>7</cp:revision>
  <dcterms:created xsi:type="dcterms:W3CDTF">2024-09-03T01:15:40Z</dcterms:created>
  <dcterms:modified xsi:type="dcterms:W3CDTF">2024-12-20T02:03:21Z</dcterms:modified>
</cp:coreProperties>
</file>