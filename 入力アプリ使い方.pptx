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23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永井 秀和" userId="c8d021d5-39a3-4655-886b-8f3c10aac962" providerId="ADAL" clId="{0C71D433-5D72-4BA8-8D4B-EE4F33F0F40A}"/>
    <pc:docChg chg="modSld">
      <pc:chgData name="永井 秀和" userId="c8d021d5-39a3-4655-886b-8f3c10aac962" providerId="ADAL" clId="{0C71D433-5D72-4BA8-8D4B-EE4F33F0F40A}" dt="2025-11-10T05:30:45.218" v="4" actId="20577"/>
      <pc:docMkLst>
        <pc:docMk/>
      </pc:docMkLst>
      <pc:sldChg chg="modSp mod">
        <pc:chgData name="永井 秀和" userId="c8d021d5-39a3-4655-886b-8f3c10aac962" providerId="ADAL" clId="{0C71D433-5D72-4BA8-8D4B-EE4F33F0F40A}" dt="2025-11-10T05:30:45.218" v="4" actId="20577"/>
        <pc:sldMkLst>
          <pc:docMk/>
          <pc:sldMk cId="1234570120" sldId="256"/>
        </pc:sldMkLst>
        <pc:spChg chg="mod">
          <ac:chgData name="永井 秀和" userId="c8d021d5-39a3-4655-886b-8f3c10aac962" providerId="ADAL" clId="{0C71D433-5D72-4BA8-8D4B-EE4F33F0F40A}" dt="2025-11-10T05:30:45.218" v="4" actId="20577"/>
          <ac:spMkLst>
            <pc:docMk/>
            <pc:sldMk cId="1234570120" sldId="256"/>
            <ac:spMk id="3" creationId="{E98E5C1D-3ACF-D951-B5BA-F44AD53A082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66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709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796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9221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76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3850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00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97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07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0750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088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C65E7-2A57-49BC-B8F8-02A5F43EA0AF}" type="datetimeFigureOut">
              <a:rPr kumimoji="1" lang="ja-JP" altLang="en-US" smtClean="0"/>
              <a:t>2025/11/10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EF43E-37B6-4F51-B1DA-A814F81B6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786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kumimoji="1"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kumimoji="1"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E87E6E99-CE79-C417-E9C5-6653A32FA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92" y="4452111"/>
            <a:ext cx="6984974" cy="33289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1199165-DB57-38B0-09AE-456DC45ADC3D}"/>
              </a:ext>
            </a:extLst>
          </p:cNvPr>
          <p:cNvSpPr/>
          <p:nvPr/>
        </p:nvSpPr>
        <p:spPr>
          <a:xfrm>
            <a:off x="0" y="0"/>
            <a:ext cx="9601200" cy="57419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400" b="1" dirty="0"/>
              <a:t>入力ソフト使い方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EA82F9-E319-2BE6-A280-07F8542A22B8}"/>
              </a:ext>
            </a:extLst>
          </p:cNvPr>
          <p:cNvSpPr/>
          <p:nvPr/>
        </p:nvSpPr>
        <p:spPr>
          <a:xfrm>
            <a:off x="0" y="3967634"/>
            <a:ext cx="9601200" cy="4064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/>
              <a:t>初回起動時</a:t>
            </a:r>
            <a:r>
              <a:rPr kumimoji="1" lang="en-US" altLang="ja-JP" sz="1600" b="1" dirty="0"/>
              <a:t>(</a:t>
            </a:r>
            <a:r>
              <a:rPr kumimoji="1" lang="ja-JP" altLang="en-US" sz="1600" b="1" dirty="0"/>
              <a:t>表示された場合</a:t>
            </a:r>
            <a:r>
              <a:rPr kumimoji="1" lang="en-US" altLang="ja-JP" sz="1600" b="1" dirty="0"/>
              <a:t>)</a:t>
            </a:r>
            <a:endParaRPr kumimoji="1" lang="ja-JP" altLang="en-US" sz="1600" b="1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724323A-642B-3900-AC4C-C25F4A7C66F6}"/>
              </a:ext>
            </a:extLst>
          </p:cNvPr>
          <p:cNvSpPr/>
          <p:nvPr/>
        </p:nvSpPr>
        <p:spPr>
          <a:xfrm>
            <a:off x="0" y="8427567"/>
            <a:ext cx="9601200" cy="4064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/>
              <a:t>フォルダとモードを設定画面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04ACD02-5E9C-4CDE-F9C0-4173FEB4395A}"/>
              </a:ext>
            </a:extLst>
          </p:cNvPr>
          <p:cNvSpPr/>
          <p:nvPr/>
        </p:nvSpPr>
        <p:spPr>
          <a:xfrm>
            <a:off x="0" y="574193"/>
            <a:ext cx="9601200" cy="4064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/>
              <a:t>起動のやり方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4FF24177-4DD7-3C9B-35D0-97B8C8C0C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913" y="1356487"/>
            <a:ext cx="3391373" cy="1714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吹き出し: 線 11">
            <a:extLst>
              <a:ext uri="{FF2B5EF4-FFF2-40B4-BE49-F238E27FC236}">
                <a16:creationId xmlns:a16="http://schemas.microsoft.com/office/drawing/2014/main" id="{A8933088-0832-7F03-7EA9-9D35981A998B}"/>
              </a:ext>
            </a:extLst>
          </p:cNvPr>
          <p:cNvSpPr/>
          <p:nvPr/>
        </p:nvSpPr>
        <p:spPr>
          <a:xfrm>
            <a:off x="914400" y="1737360"/>
            <a:ext cx="2021840" cy="1341120"/>
          </a:xfrm>
          <a:prstGeom prst="borderCallout1">
            <a:avLst>
              <a:gd name="adj1" fmla="val 32386"/>
              <a:gd name="adj2" fmla="val 99205"/>
              <a:gd name="adj3" fmla="val 55682"/>
              <a:gd name="adj4" fmla="val 141064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実行ファイルを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ダブルクリック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11BF553D-9366-F32B-14D9-F42AF1E03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225" y="9180518"/>
            <a:ext cx="4184061" cy="2576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吹き出し: 線 16">
            <a:extLst>
              <a:ext uri="{FF2B5EF4-FFF2-40B4-BE49-F238E27FC236}">
                <a16:creationId xmlns:a16="http://schemas.microsoft.com/office/drawing/2014/main" id="{17EA7572-8968-41A9-616C-AB7522E81A50}"/>
              </a:ext>
            </a:extLst>
          </p:cNvPr>
          <p:cNvSpPr/>
          <p:nvPr/>
        </p:nvSpPr>
        <p:spPr>
          <a:xfrm>
            <a:off x="7048982" y="9127402"/>
            <a:ext cx="2376000" cy="1341120"/>
          </a:xfrm>
          <a:prstGeom prst="borderCallout1">
            <a:avLst>
              <a:gd name="adj1" fmla="val 30660"/>
              <a:gd name="adj2" fmla="val -979"/>
              <a:gd name="adj3" fmla="val 37601"/>
              <a:gd name="adj4" fmla="val -32464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NEW1:</a:t>
            </a:r>
            <a:r>
              <a:rPr kumimoji="1" lang="ja-JP" altLang="en-US" dirty="0"/>
              <a:t>一次入力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VER1:</a:t>
            </a:r>
            <a:r>
              <a:rPr kumimoji="1" lang="ja-JP" altLang="en-US" dirty="0"/>
              <a:t>ベリファイ</a:t>
            </a:r>
          </a:p>
        </p:txBody>
      </p:sp>
      <p:sp>
        <p:nvSpPr>
          <p:cNvPr id="2" name="吹き出し: 線 1">
            <a:extLst>
              <a:ext uri="{FF2B5EF4-FFF2-40B4-BE49-F238E27FC236}">
                <a16:creationId xmlns:a16="http://schemas.microsoft.com/office/drawing/2014/main" id="{B8A83314-9632-289C-4E24-FC3B7EDBD04E}"/>
              </a:ext>
            </a:extLst>
          </p:cNvPr>
          <p:cNvSpPr/>
          <p:nvPr/>
        </p:nvSpPr>
        <p:spPr>
          <a:xfrm>
            <a:off x="0" y="9180518"/>
            <a:ext cx="2376000" cy="1341120"/>
          </a:xfrm>
          <a:prstGeom prst="borderCallout1">
            <a:avLst>
              <a:gd name="adj1" fmla="val 32386"/>
              <a:gd name="adj2" fmla="val 99205"/>
              <a:gd name="adj3" fmla="val 56588"/>
              <a:gd name="adj4" fmla="val 198032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CSV</a:t>
            </a:r>
            <a:r>
              <a:rPr kumimoji="1" lang="ja-JP" altLang="en-US" dirty="0"/>
              <a:t>ファイルは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画像場所に出力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される</a:t>
            </a:r>
          </a:p>
        </p:txBody>
      </p:sp>
      <p:sp>
        <p:nvSpPr>
          <p:cNvPr id="3" name="吹き出し: 線 2">
            <a:extLst>
              <a:ext uri="{FF2B5EF4-FFF2-40B4-BE49-F238E27FC236}">
                <a16:creationId xmlns:a16="http://schemas.microsoft.com/office/drawing/2014/main" id="{E98E5C1D-3ACF-D951-B5BA-F44AD53A0820}"/>
              </a:ext>
            </a:extLst>
          </p:cNvPr>
          <p:cNvSpPr/>
          <p:nvPr/>
        </p:nvSpPr>
        <p:spPr>
          <a:xfrm>
            <a:off x="0" y="10650502"/>
            <a:ext cx="2376000" cy="1341120"/>
          </a:xfrm>
          <a:prstGeom prst="borderCallout1">
            <a:avLst>
              <a:gd name="adj1" fmla="val 32386"/>
              <a:gd name="adj2" fmla="val 99205"/>
              <a:gd name="adj3" fmla="val 13435"/>
              <a:gd name="adj4" fmla="val 171912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↑が「いいえ」</a:t>
            </a:r>
            <a:endParaRPr kumimoji="1" lang="en-US" altLang="ja-JP"/>
          </a:p>
          <a:p>
            <a:pPr algn="ctr"/>
            <a:r>
              <a:rPr kumimoji="1" lang="ja-JP" altLang="en-US"/>
              <a:t>の</a:t>
            </a:r>
            <a:r>
              <a:rPr kumimoji="1" lang="ja-JP" altLang="en-US" dirty="0"/>
              <a:t>場合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CSV</a:t>
            </a:r>
            <a:r>
              <a:rPr kumimoji="1" lang="ja-JP" altLang="en-US" dirty="0"/>
              <a:t>の出力先を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設定する</a:t>
            </a:r>
          </a:p>
        </p:txBody>
      </p:sp>
      <p:sp>
        <p:nvSpPr>
          <p:cNvPr id="4" name="吹き出し: 線 3">
            <a:extLst>
              <a:ext uri="{FF2B5EF4-FFF2-40B4-BE49-F238E27FC236}">
                <a16:creationId xmlns:a16="http://schemas.microsoft.com/office/drawing/2014/main" id="{4FE9B0A3-7743-D5B4-B60E-56FB05125105}"/>
              </a:ext>
            </a:extLst>
          </p:cNvPr>
          <p:cNvSpPr/>
          <p:nvPr/>
        </p:nvSpPr>
        <p:spPr>
          <a:xfrm>
            <a:off x="7048982" y="10650502"/>
            <a:ext cx="2376000" cy="1341120"/>
          </a:xfrm>
          <a:prstGeom prst="borderCallout1">
            <a:avLst>
              <a:gd name="adj1" fmla="val 42743"/>
              <a:gd name="adj2" fmla="val 3600"/>
              <a:gd name="adj3" fmla="val -32307"/>
              <a:gd name="adj4" fmla="val -126380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画像ファイルの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入ったフォルダを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設定する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F2AD470-D9BE-90FF-BE26-382EB344D8A3}"/>
              </a:ext>
            </a:extLst>
          </p:cNvPr>
          <p:cNvSpPr/>
          <p:nvPr/>
        </p:nvSpPr>
        <p:spPr>
          <a:xfrm>
            <a:off x="4146331" y="3456333"/>
            <a:ext cx="5454870" cy="5248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初回は起動に時間がかかることがあります</a:t>
            </a:r>
          </a:p>
        </p:txBody>
      </p:sp>
    </p:spTree>
    <p:extLst>
      <p:ext uri="{BB962C8B-B14F-4D97-AF65-F5344CB8AC3E}">
        <p14:creationId xmlns:p14="http://schemas.microsoft.com/office/powerpoint/2010/main" val="1234570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1E2C4483-E583-A682-C074-F0E31B86C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903" y="4860397"/>
            <a:ext cx="2711391" cy="22095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8A8CD9A1-82F6-7910-7BD7-0E6914A53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99" y="406400"/>
            <a:ext cx="6217001" cy="42254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C2967B6-0D03-9B40-3504-1851E13FE1C4}"/>
              </a:ext>
            </a:extLst>
          </p:cNvPr>
          <p:cNvSpPr/>
          <p:nvPr/>
        </p:nvSpPr>
        <p:spPr>
          <a:xfrm>
            <a:off x="0" y="0"/>
            <a:ext cx="9601200" cy="4064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/>
              <a:t>入力画面</a:t>
            </a:r>
          </a:p>
        </p:txBody>
      </p: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071E4577-9F89-2A91-92B5-FE182DFA0B63}"/>
              </a:ext>
            </a:extLst>
          </p:cNvPr>
          <p:cNvSpPr/>
          <p:nvPr/>
        </p:nvSpPr>
        <p:spPr>
          <a:xfrm>
            <a:off x="7437120" y="1452880"/>
            <a:ext cx="2021840" cy="1341120"/>
          </a:xfrm>
          <a:prstGeom prst="borderCallout1">
            <a:avLst>
              <a:gd name="adj1" fmla="val 2841"/>
              <a:gd name="adj2" fmla="val 33878"/>
              <a:gd name="adj3" fmla="val -28409"/>
              <a:gd name="adj4" fmla="val 2371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説明を見ながら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入力</a:t>
            </a:r>
          </a:p>
        </p:txBody>
      </p:sp>
      <p:sp>
        <p:nvSpPr>
          <p:cNvPr id="11" name="吹き出し: 線 10">
            <a:extLst>
              <a:ext uri="{FF2B5EF4-FFF2-40B4-BE49-F238E27FC236}">
                <a16:creationId xmlns:a16="http://schemas.microsoft.com/office/drawing/2014/main" id="{C757722A-ACEC-E1F0-8C15-EDCCC3631DB9}"/>
              </a:ext>
            </a:extLst>
          </p:cNvPr>
          <p:cNvSpPr/>
          <p:nvPr/>
        </p:nvSpPr>
        <p:spPr>
          <a:xfrm>
            <a:off x="132080" y="5016310"/>
            <a:ext cx="2021840" cy="1341120"/>
          </a:xfrm>
          <a:prstGeom prst="borderCallout1">
            <a:avLst>
              <a:gd name="adj1" fmla="val 42992"/>
              <a:gd name="adj2" fmla="val 106240"/>
              <a:gd name="adj3" fmla="val 53409"/>
              <a:gd name="adj4" fmla="val 194833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最後の入力欄で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エンターを押すと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保存確認</a:t>
            </a:r>
          </a:p>
        </p:txBody>
      </p:sp>
      <p:sp>
        <p:nvSpPr>
          <p:cNvPr id="14" name="吹き出し: 線 13">
            <a:extLst>
              <a:ext uri="{FF2B5EF4-FFF2-40B4-BE49-F238E27FC236}">
                <a16:creationId xmlns:a16="http://schemas.microsoft.com/office/drawing/2014/main" id="{30E8774A-E91F-B29B-13F4-FD863EB3BFE2}"/>
              </a:ext>
            </a:extLst>
          </p:cNvPr>
          <p:cNvSpPr/>
          <p:nvPr/>
        </p:nvSpPr>
        <p:spPr>
          <a:xfrm>
            <a:off x="6553404" y="5059680"/>
            <a:ext cx="2711391" cy="1341120"/>
          </a:xfrm>
          <a:prstGeom prst="borderCallout1">
            <a:avLst>
              <a:gd name="adj1" fmla="val 51325"/>
              <a:gd name="adj2" fmla="val 1717"/>
              <a:gd name="adj3" fmla="val 133504"/>
              <a:gd name="adj4" fmla="val -71622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Yes</a:t>
            </a:r>
            <a:r>
              <a:rPr kumimoji="1" lang="ja-JP" altLang="en-US" dirty="0"/>
              <a:t>を押すと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次の画像、または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最後なら終了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B048875-395C-5072-6C59-D04DCD5BDA90}"/>
              </a:ext>
            </a:extLst>
          </p:cNvPr>
          <p:cNvSpPr/>
          <p:nvPr/>
        </p:nvSpPr>
        <p:spPr>
          <a:xfrm>
            <a:off x="-2" y="7251200"/>
            <a:ext cx="9601200" cy="4064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/>
              <a:t>ベリファイ</a:t>
            </a:r>
            <a:r>
              <a:rPr kumimoji="1" lang="en-US" altLang="ja-JP" sz="1600" b="1" dirty="0"/>
              <a:t>(</a:t>
            </a:r>
            <a:r>
              <a:rPr kumimoji="1" lang="ja-JP" altLang="en-US" sz="1600" b="1" dirty="0"/>
              <a:t>二次入力</a:t>
            </a:r>
            <a:r>
              <a:rPr kumimoji="1" lang="en-US" altLang="ja-JP" sz="1600" b="1" dirty="0"/>
              <a:t>)</a:t>
            </a:r>
            <a:r>
              <a:rPr kumimoji="1" lang="ja-JP" altLang="en-US" sz="1600" b="1" dirty="0"/>
              <a:t>時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26C6B1E8-C008-031F-2635-A5200CEF4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454" y="7900636"/>
            <a:ext cx="4915586" cy="4058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吹き出し: 線 17">
            <a:extLst>
              <a:ext uri="{FF2B5EF4-FFF2-40B4-BE49-F238E27FC236}">
                <a16:creationId xmlns:a16="http://schemas.microsoft.com/office/drawing/2014/main" id="{3C630D9D-9021-7819-4E2E-77F5A66C6D4C}"/>
              </a:ext>
            </a:extLst>
          </p:cNvPr>
          <p:cNvSpPr/>
          <p:nvPr/>
        </p:nvSpPr>
        <p:spPr>
          <a:xfrm>
            <a:off x="0" y="7900636"/>
            <a:ext cx="3241040" cy="2376318"/>
          </a:xfrm>
          <a:prstGeom prst="borderCallout1">
            <a:avLst>
              <a:gd name="adj1" fmla="val 36173"/>
              <a:gd name="adj2" fmla="val 95771"/>
              <a:gd name="adj3" fmla="val 79072"/>
              <a:gd name="adj4" fmla="val 129448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r>
              <a:rPr kumimoji="1" lang="ja-JP" altLang="en-US" dirty="0"/>
              <a:t>次入力と異なる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入力内容だと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このように表示されます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/>
              <a:t>正しい値を入力して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エンターで確定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5BF9269-05EB-2E92-89AE-446AB3AC7C1C}"/>
              </a:ext>
            </a:extLst>
          </p:cNvPr>
          <p:cNvSpPr/>
          <p:nvPr/>
        </p:nvSpPr>
        <p:spPr>
          <a:xfrm>
            <a:off x="7130853" y="6555569"/>
            <a:ext cx="2333296" cy="6463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画像はサンプルです</a:t>
            </a:r>
          </a:p>
        </p:txBody>
      </p:sp>
    </p:spTree>
    <p:extLst>
      <p:ext uri="{BB962C8B-B14F-4D97-AF65-F5344CB8AC3E}">
        <p14:creationId xmlns:p14="http://schemas.microsoft.com/office/powerpoint/2010/main" val="1312803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E26F2F7-3338-C19B-6824-473D845D3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818672"/>
            <a:ext cx="4481847" cy="26497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1E1BE6-53AE-E29E-2566-538133B24BF1}"/>
              </a:ext>
            </a:extLst>
          </p:cNvPr>
          <p:cNvSpPr/>
          <p:nvPr/>
        </p:nvSpPr>
        <p:spPr>
          <a:xfrm>
            <a:off x="0" y="0"/>
            <a:ext cx="9601200" cy="4064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/>
              <a:t>出力された</a:t>
            </a:r>
            <a:r>
              <a:rPr kumimoji="1" lang="en-US" altLang="ja-JP" sz="1600" b="1" dirty="0"/>
              <a:t>CSV</a:t>
            </a:r>
            <a:r>
              <a:rPr kumimoji="1" lang="ja-JP" altLang="en-US" sz="1600" b="1" dirty="0"/>
              <a:t>ファイル</a:t>
            </a:r>
          </a:p>
        </p:txBody>
      </p:sp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E1176681-4C34-7318-7D34-D944E74B9B4B}"/>
              </a:ext>
            </a:extLst>
          </p:cNvPr>
          <p:cNvSpPr/>
          <p:nvPr/>
        </p:nvSpPr>
        <p:spPr>
          <a:xfrm>
            <a:off x="318753" y="836549"/>
            <a:ext cx="3241040" cy="2376318"/>
          </a:xfrm>
          <a:prstGeom prst="borderCallout1">
            <a:avLst>
              <a:gd name="adj1" fmla="val 10962"/>
              <a:gd name="adj2" fmla="val 99662"/>
              <a:gd name="adj3" fmla="val 47890"/>
              <a:gd name="adj4" fmla="val 15522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  <a:p>
            <a:pPr algn="ctr"/>
            <a:r>
              <a:rPr kumimoji="1" lang="en-US" altLang="ja-JP" dirty="0"/>
              <a:t>1</a:t>
            </a:r>
            <a:r>
              <a:rPr kumimoji="1" lang="ja-JP" altLang="en-US" dirty="0"/>
              <a:t>次入力完了後</a:t>
            </a:r>
            <a:r>
              <a:rPr kumimoji="1" lang="en-US" altLang="ja-JP" dirty="0"/>
              <a:t>NEW1.csv</a:t>
            </a:r>
            <a:r>
              <a:rPr kumimoji="1" lang="ja-JP" altLang="en-US" dirty="0"/>
              <a:t>が、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ベリファイを完了すると</a:t>
            </a:r>
            <a:r>
              <a:rPr kumimoji="1" lang="en-US" altLang="ja-JP" dirty="0"/>
              <a:t>VER1.csv</a:t>
            </a:r>
            <a:r>
              <a:rPr kumimoji="1" lang="ja-JP" altLang="en-US" dirty="0"/>
              <a:t>と</a:t>
            </a:r>
            <a:r>
              <a:rPr kumimoji="1" lang="en-US" altLang="ja-JP" dirty="0"/>
              <a:t>VER_log.csv</a:t>
            </a:r>
            <a:r>
              <a:rPr kumimoji="1" lang="ja-JP" altLang="en-US" dirty="0"/>
              <a:t>が作成されます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/>
              <a:t>実際の業務では</a:t>
            </a:r>
            <a:r>
              <a:rPr kumimoji="1" lang="en-US" altLang="ja-JP" dirty="0"/>
              <a:t>VER.csv</a:t>
            </a:r>
            <a:r>
              <a:rPr kumimoji="1" lang="ja-JP" altLang="en-US" dirty="0"/>
              <a:t>を成果物として提出します</a:t>
            </a:r>
          </a:p>
        </p:txBody>
      </p:sp>
    </p:spTree>
    <p:extLst>
      <p:ext uri="{BB962C8B-B14F-4D97-AF65-F5344CB8AC3E}">
        <p14:creationId xmlns:p14="http://schemas.microsoft.com/office/powerpoint/2010/main" val="1492863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175</Words>
  <Application>Microsoft Office PowerPoint</Application>
  <PresentationFormat>A3 297x420 mm</PresentationFormat>
  <Paragraphs>42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永井 秀和</dc:creator>
  <cp:lastModifiedBy>永井 秀和</cp:lastModifiedBy>
  <cp:revision>8</cp:revision>
  <dcterms:created xsi:type="dcterms:W3CDTF">2025-10-30T08:15:26Z</dcterms:created>
  <dcterms:modified xsi:type="dcterms:W3CDTF">2025-11-10T05:39:28Z</dcterms:modified>
</cp:coreProperties>
</file>